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237744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0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800" y="2244726"/>
            <a:ext cx="17830800" cy="4775200"/>
          </a:xfrm>
        </p:spPr>
        <p:txBody>
          <a:bodyPr anchor="b"/>
          <a:lstStyle>
            <a:lvl1pPr algn="ctr">
              <a:defRPr sz="11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7204076"/>
            <a:ext cx="17830800" cy="3311524"/>
          </a:xfrm>
        </p:spPr>
        <p:txBody>
          <a:bodyPr/>
          <a:lstStyle>
            <a:lvl1pPr marL="0" indent="0" algn="ctr">
              <a:buNone/>
              <a:defRPr sz="4680"/>
            </a:lvl1pPr>
            <a:lvl2pPr marL="891540" indent="0" algn="ctr">
              <a:buNone/>
              <a:defRPr sz="3900"/>
            </a:lvl2pPr>
            <a:lvl3pPr marL="1783080" indent="0" algn="ctr">
              <a:buNone/>
              <a:defRPr sz="3510"/>
            </a:lvl3pPr>
            <a:lvl4pPr marL="2674620" indent="0" algn="ctr">
              <a:buNone/>
              <a:defRPr sz="3120"/>
            </a:lvl4pPr>
            <a:lvl5pPr marL="3566160" indent="0" algn="ctr">
              <a:buNone/>
              <a:defRPr sz="3120"/>
            </a:lvl5pPr>
            <a:lvl6pPr marL="4457700" indent="0" algn="ctr">
              <a:buNone/>
              <a:defRPr sz="3120"/>
            </a:lvl6pPr>
            <a:lvl7pPr marL="5349240" indent="0" algn="ctr">
              <a:buNone/>
              <a:defRPr sz="3120"/>
            </a:lvl7pPr>
            <a:lvl8pPr marL="6240780" indent="0" algn="ctr">
              <a:buNone/>
              <a:defRPr sz="3120"/>
            </a:lvl8pPr>
            <a:lvl9pPr marL="7132320" indent="0" algn="ctr">
              <a:buNone/>
              <a:defRPr sz="3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1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108" y="3419477"/>
            <a:ext cx="20505420" cy="5705474"/>
          </a:xfrm>
        </p:spPr>
        <p:txBody>
          <a:bodyPr anchor="b"/>
          <a:lstStyle>
            <a:lvl1pPr>
              <a:defRPr sz="11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2108" y="9178927"/>
            <a:ext cx="20505420" cy="3000374"/>
          </a:xfrm>
        </p:spPr>
        <p:txBody>
          <a:bodyPr/>
          <a:lstStyle>
            <a:lvl1pPr marL="0" indent="0">
              <a:buNone/>
              <a:defRPr sz="4680">
                <a:solidFill>
                  <a:schemeClr val="tx1">
                    <a:tint val="82000"/>
                  </a:schemeClr>
                </a:solidFill>
              </a:defRPr>
            </a:lvl1pPr>
            <a:lvl2pPr marL="891540" indent="0">
              <a:buNone/>
              <a:defRPr sz="3900">
                <a:solidFill>
                  <a:schemeClr val="tx1">
                    <a:tint val="82000"/>
                  </a:schemeClr>
                </a:solidFill>
              </a:defRPr>
            </a:lvl2pPr>
            <a:lvl3pPr marL="1783080" indent="0">
              <a:buNone/>
              <a:defRPr sz="3510">
                <a:solidFill>
                  <a:schemeClr val="tx1">
                    <a:tint val="82000"/>
                  </a:schemeClr>
                </a:solidFill>
              </a:defRPr>
            </a:lvl3pPr>
            <a:lvl4pPr marL="267462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4pPr>
            <a:lvl5pPr marL="356616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5pPr>
            <a:lvl6pPr marL="445770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6pPr>
            <a:lvl7pPr marL="534924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7pPr>
            <a:lvl8pPr marL="624078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8pPr>
            <a:lvl9pPr marL="713232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1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4490" y="3651250"/>
            <a:ext cx="1010412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35790" y="3651250"/>
            <a:ext cx="1010412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7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7" y="730251"/>
            <a:ext cx="2050542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7587" y="3362326"/>
            <a:ext cx="10057685" cy="1647824"/>
          </a:xfrm>
        </p:spPr>
        <p:txBody>
          <a:bodyPr anchor="b"/>
          <a:lstStyle>
            <a:lvl1pPr marL="0" indent="0">
              <a:buNone/>
              <a:defRPr sz="4680" b="1"/>
            </a:lvl1pPr>
            <a:lvl2pPr marL="891540" indent="0">
              <a:buNone/>
              <a:defRPr sz="3900" b="1"/>
            </a:lvl2pPr>
            <a:lvl3pPr marL="1783080" indent="0">
              <a:buNone/>
              <a:defRPr sz="3510" b="1"/>
            </a:lvl3pPr>
            <a:lvl4pPr marL="2674620" indent="0">
              <a:buNone/>
              <a:defRPr sz="3120" b="1"/>
            </a:lvl4pPr>
            <a:lvl5pPr marL="3566160" indent="0">
              <a:buNone/>
              <a:defRPr sz="3120" b="1"/>
            </a:lvl5pPr>
            <a:lvl6pPr marL="4457700" indent="0">
              <a:buNone/>
              <a:defRPr sz="3120" b="1"/>
            </a:lvl6pPr>
            <a:lvl7pPr marL="5349240" indent="0">
              <a:buNone/>
              <a:defRPr sz="3120" b="1"/>
            </a:lvl7pPr>
            <a:lvl8pPr marL="6240780" indent="0">
              <a:buNone/>
              <a:defRPr sz="3120" b="1"/>
            </a:lvl8pPr>
            <a:lvl9pPr marL="7132320" indent="0">
              <a:buNone/>
              <a:defRPr sz="3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7587" y="5010150"/>
            <a:ext cx="10057685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35790" y="3362326"/>
            <a:ext cx="10107217" cy="1647824"/>
          </a:xfrm>
        </p:spPr>
        <p:txBody>
          <a:bodyPr anchor="b"/>
          <a:lstStyle>
            <a:lvl1pPr marL="0" indent="0">
              <a:buNone/>
              <a:defRPr sz="4680" b="1"/>
            </a:lvl1pPr>
            <a:lvl2pPr marL="891540" indent="0">
              <a:buNone/>
              <a:defRPr sz="3900" b="1"/>
            </a:lvl2pPr>
            <a:lvl3pPr marL="1783080" indent="0">
              <a:buNone/>
              <a:defRPr sz="3510" b="1"/>
            </a:lvl3pPr>
            <a:lvl4pPr marL="2674620" indent="0">
              <a:buNone/>
              <a:defRPr sz="3120" b="1"/>
            </a:lvl4pPr>
            <a:lvl5pPr marL="3566160" indent="0">
              <a:buNone/>
              <a:defRPr sz="3120" b="1"/>
            </a:lvl5pPr>
            <a:lvl6pPr marL="4457700" indent="0">
              <a:buNone/>
              <a:defRPr sz="3120" b="1"/>
            </a:lvl6pPr>
            <a:lvl7pPr marL="5349240" indent="0">
              <a:buNone/>
              <a:defRPr sz="3120" b="1"/>
            </a:lvl7pPr>
            <a:lvl8pPr marL="6240780" indent="0">
              <a:buNone/>
              <a:defRPr sz="3120" b="1"/>
            </a:lvl8pPr>
            <a:lvl9pPr marL="7132320" indent="0">
              <a:buNone/>
              <a:defRPr sz="3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35790" y="5010150"/>
            <a:ext cx="1010721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9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3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0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8" y="914400"/>
            <a:ext cx="7667862" cy="3200400"/>
          </a:xfrm>
        </p:spPr>
        <p:txBody>
          <a:bodyPr anchor="b"/>
          <a:lstStyle>
            <a:lvl1pPr>
              <a:defRPr sz="6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7217" y="1974851"/>
            <a:ext cx="12035790" cy="9747250"/>
          </a:xfrm>
        </p:spPr>
        <p:txBody>
          <a:bodyPr/>
          <a:lstStyle>
            <a:lvl1pPr>
              <a:defRPr sz="6240"/>
            </a:lvl1pPr>
            <a:lvl2pPr>
              <a:defRPr sz="5460"/>
            </a:lvl2pPr>
            <a:lvl3pPr>
              <a:defRPr sz="468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7588" y="4114800"/>
            <a:ext cx="7667862" cy="7623176"/>
          </a:xfrm>
        </p:spPr>
        <p:txBody>
          <a:bodyPr/>
          <a:lstStyle>
            <a:lvl1pPr marL="0" indent="0">
              <a:buNone/>
              <a:defRPr sz="3120"/>
            </a:lvl1pPr>
            <a:lvl2pPr marL="891540" indent="0">
              <a:buNone/>
              <a:defRPr sz="2730"/>
            </a:lvl2pPr>
            <a:lvl3pPr marL="1783080" indent="0">
              <a:buNone/>
              <a:defRPr sz="2340"/>
            </a:lvl3pPr>
            <a:lvl4pPr marL="2674620" indent="0">
              <a:buNone/>
              <a:defRPr sz="1950"/>
            </a:lvl4pPr>
            <a:lvl5pPr marL="3566160" indent="0">
              <a:buNone/>
              <a:defRPr sz="1950"/>
            </a:lvl5pPr>
            <a:lvl6pPr marL="4457700" indent="0">
              <a:buNone/>
              <a:defRPr sz="1950"/>
            </a:lvl6pPr>
            <a:lvl7pPr marL="5349240" indent="0">
              <a:buNone/>
              <a:defRPr sz="1950"/>
            </a:lvl7pPr>
            <a:lvl8pPr marL="6240780" indent="0">
              <a:buNone/>
              <a:defRPr sz="1950"/>
            </a:lvl8pPr>
            <a:lvl9pPr marL="7132320" indent="0">
              <a:buNone/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01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8" y="914400"/>
            <a:ext cx="7667862" cy="3200400"/>
          </a:xfrm>
        </p:spPr>
        <p:txBody>
          <a:bodyPr anchor="b"/>
          <a:lstStyle>
            <a:lvl1pPr>
              <a:defRPr sz="6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7217" y="1974851"/>
            <a:ext cx="12035790" cy="9747250"/>
          </a:xfrm>
        </p:spPr>
        <p:txBody>
          <a:bodyPr anchor="t"/>
          <a:lstStyle>
            <a:lvl1pPr marL="0" indent="0">
              <a:buNone/>
              <a:defRPr sz="6240"/>
            </a:lvl1pPr>
            <a:lvl2pPr marL="891540" indent="0">
              <a:buNone/>
              <a:defRPr sz="5460"/>
            </a:lvl2pPr>
            <a:lvl3pPr marL="1783080" indent="0">
              <a:buNone/>
              <a:defRPr sz="4680"/>
            </a:lvl3pPr>
            <a:lvl4pPr marL="2674620" indent="0">
              <a:buNone/>
              <a:defRPr sz="3900"/>
            </a:lvl4pPr>
            <a:lvl5pPr marL="3566160" indent="0">
              <a:buNone/>
              <a:defRPr sz="3900"/>
            </a:lvl5pPr>
            <a:lvl6pPr marL="4457700" indent="0">
              <a:buNone/>
              <a:defRPr sz="3900"/>
            </a:lvl6pPr>
            <a:lvl7pPr marL="5349240" indent="0">
              <a:buNone/>
              <a:defRPr sz="3900"/>
            </a:lvl7pPr>
            <a:lvl8pPr marL="6240780" indent="0">
              <a:buNone/>
              <a:defRPr sz="3900"/>
            </a:lvl8pPr>
            <a:lvl9pPr marL="7132320" indent="0">
              <a:buNone/>
              <a:defRPr sz="3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7588" y="4114800"/>
            <a:ext cx="7667862" cy="7623176"/>
          </a:xfrm>
        </p:spPr>
        <p:txBody>
          <a:bodyPr/>
          <a:lstStyle>
            <a:lvl1pPr marL="0" indent="0">
              <a:buNone/>
              <a:defRPr sz="3120"/>
            </a:lvl1pPr>
            <a:lvl2pPr marL="891540" indent="0">
              <a:buNone/>
              <a:defRPr sz="2730"/>
            </a:lvl2pPr>
            <a:lvl3pPr marL="1783080" indent="0">
              <a:buNone/>
              <a:defRPr sz="2340"/>
            </a:lvl3pPr>
            <a:lvl4pPr marL="2674620" indent="0">
              <a:buNone/>
              <a:defRPr sz="1950"/>
            </a:lvl4pPr>
            <a:lvl5pPr marL="3566160" indent="0">
              <a:buNone/>
              <a:defRPr sz="1950"/>
            </a:lvl5pPr>
            <a:lvl6pPr marL="4457700" indent="0">
              <a:buNone/>
              <a:defRPr sz="1950"/>
            </a:lvl6pPr>
            <a:lvl7pPr marL="5349240" indent="0">
              <a:buNone/>
              <a:defRPr sz="1950"/>
            </a:lvl7pPr>
            <a:lvl8pPr marL="6240780" indent="0">
              <a:buNone/>
              <a:defRPr sz="1950"/>
            </a:lvl8pPr>
            <a:lvl9pPr marL="7132320" indent="0">
              <a:buNone/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4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4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13555" y="730250"/>
            <a:ext cx="5126355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4490" y="730250"/>
            <a:ext cx="15081885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4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4490" y="730251"/>
            <a:ext cx="2050542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4490" y="3651250"/>
            <a:ext cx="2050542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4490" y="12712701"/>
            <a:ext cx="534924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571E7-C0DE-45CD-AC76-95F28C8D29A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5270" y="12712701"/>
            <a:ext cx="802386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90670" y="12712701"/>
            <a:ext cx="534924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D0237-A611-411D-AD69-417841283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783080" rtl="0" eaLnBrk="1" latinLnBrk="0" hangingPunct="1">
        <a:lnSpc>
          <a:spcPct val="90000"/>
        </a:lnSpc>
        <a:spcBef>
          <a:spcPct val="0"/>
        </a:spcBef>
        <a:buNone/>
        <a:defRPr sz="8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5770" indent="-445770" algn="l" defTabSz="1783080" rtl="0" eaLnBrk="1" latinLnBrk="0" hangingPunct="1">
        <a:lnSpc>
          <a:spcPct val="90000"/>
        </a:lnSpc>
        <a:spcBef>
          <a:spcPts val="1950"/>
        </a:spcBef>
        <a:buFont typeface="Arial" panose="020B0604020202020204" pitchFamily="34" charset="0"/>
        <a:buChar char="•"/>
        <a:defRPr sz="5460" kern="1200">
          <a:solidFill>
            <a:schemeClr val="tx1"/>
          </a:solidFill>
          <a:latin typeface="+mn-lt"/>
          <a:ea typeface="+mn-ea"/>
          <a:cs typeface="+mn-cs"/>
        </a:defRPr>
      </a:lvl1pPr>
      <a:lvl2pPr marL="133731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2pPr>
      <a:lvl3pPr marL="222885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3pPr>
      <a:lvl4pPr marL="312039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4pPr>
      <a:lvl5pPr marL="401193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5pPr>
      <a:lvl6pPr marL="490347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6pPr>
      <a:lvl7pPr marL="579501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7pPr>
      <a:lvl8pPr marL="668655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8pPr>
      <a:lvl9pPr marL="7578090" indent="-445770" algn="l" defTabSz="1783080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2pPr>
      <a:lvl3pPr marL="178308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3pPr>
      <a:lvl4pPr marL="267462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4pPr>
      <a:lvl5pPr marL="356616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5pPr>
      <a:lvl6pPr marL="445770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7pPr>
      <a:lvl8pPr marL="624078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8pPr>
      <a:lvl9pPr marL="7132320" algn="l" defTabSz="1783080" rtl="0" eaLnBrk="1" latinLnBrk="0" hangingPunct="1">
        <a:defRPr sz="35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E0AB259-B02E-C406-EEA1-E883EB8BDBE9}"/>
              </a:ext>
            </a:extLst>
          </p:cNvPr>
          <p:cNvGrpSpPr/>
          <p:nvPr/>
        </p:nvGrpSpPr>
        <p:grpSpPr>
          <a:xfrm>
            <a:off x="17416" y="2651746"/>
            <a:ext cx="23753563" cy="7916105"/>
            <a:chOff x="-78128" y="1166179"/>
            <a:chExt cx="12177316" cy="39049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5CA730-C3B4-3AAF-5A75-10764FFD6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" t="83288" r="1957" b="1931"/>
            <a:stretch>
              <a:fillRect/>
            </a:stretch>
          </p:blipFill>
          <p:spPr>
            <a:xfrm>
              <a:off x="3086374" y="4294884"/>
              <a:ext cx="6019252" cy="77625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6E52B31-6D9D-BE23-8CA7-3D1EED61D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66" t="5021" r="5068" b="19385"/>
            <a:stretch>
              <a:fillRect/>
            </a:stretch>
          </p:blipFill>
          <p:spPr>
            <a:xfrm>
              <a:off x="-78128" y="1401066"/>
              <a:ext cx="3989701" cy="280517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01F40DA-D105-0AAB-A9A1-378384AA4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2" t="5114" r="4756" b="24701"/>
            <a:stretch>
              <a:fillRect/>
            </a:stretch>
          </p:blipFill>
          <p:spPr>
            <a:xfrm>
              <a:off x="8081702" y="1401067"/>
              <a:ext cx="4017486" cy="280517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8CF1F0-194C-2590-1F0A-54F270E393D5}"/>
                </a:ext>
              </a:extLst>
            </p:cNvPr>
            <p:cNvSpPr txBox="1"/>
            <p:nvPr/>
          </p:nvSpPr>
          <p:spPr>
            <a:xfrm>
              <a:off x="1246043" y="1166179"/>
              <a:ext cx="1972575" cy="22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R</a:t>
              </a:r>
              <a:r>
                <a:rPr lang="en-US" sz="2400" baseline="300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2</a:t>
              </a:r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 </a:t>
              </a:r>
              <a:r>
                <a:rPr lang="en-US" sz="2400" dirty="0" err="1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ResOPS</a:t>
              </a:r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 Performance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D70BC2D-737B-1AF9-2414-522E7104C194}"/>
                </a:ext>
              </a:extLst>
            </p:cNvPr>
            <p:cNvSpPr txBox="1"/>
            <p:nvPr/>
          </p:nvSpPr>
          <p:spPr>
            <a:xfrm>
              <a:off x="5235744" y="1166179"/>
              <a:ext cx="2242120" cy="22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RMSE </a:t>
              </a:r>
              <a:r>
                <a:rPr lang="en-US" sz="2400" dirty="0" err="1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ResOPS</a:t>
              </a:r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 Performance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111DF19-072A-D677-8321-FF0480FD0B89}"/>
                </a:ext>
              </a:extLst>
            </p:cNvPr>
            <p:cNvSpPr txBox="1"/>
            <p:nvPr/>
          </p:nvSpPr>
          <p:spPr>
            <a:xfrm>
              <a:off x="9259382" y="1166179"/>
              <a:ext cx="2255269" cy="227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PBIAS </a:t>
              </a:r>
              <a:r>
                <a:rPr lang="en-US" sz="2400" dirty="0" err="1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ResOPS</a:t>
              </a:r>
              <a:r>
                <a:rPr lang="en-US" sz="2400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 Performance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909880B-8EDF-D22C-8EA2-71D9EBF2F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0" t="5202" r="5183" b="19348"/>
          <a:stretch>
            <a:fillRect/>
          </a:stretch>
        </p:blipFill>
        <p:spPr>
          <a:xfrm>
            <a:off x="7818937" y="3132461"/>
            <a:ext cx="8092557" cy="571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1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0924B88-654A-8239-B024-CD7C15E9D515}"/>
              </a:ext>
            </a:extLst>
          </p:cNvPr>
          <p:cNvGrpSpPr/>
          <p:nvPr/>
        </p:nvGrpSpPr>
        <p:grpSpPr>
          <a:xfrm>
            <a:off x="0" y="1814430"/>
            <a:ext cx="23774400" cy="10087140"/>
            <a:chOff x="0" y="2284074"/>
            <a:chExt cx="23774400" cy="1008714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CDDEA17-3967-3266-63E1-1137DBA3CFF4}"/>
                </a:ext>
              </a:extLst>
            </p:cNvPr>
            <p:cNvGrpSpPr/>
            <p:nvPr/>
          </p:nvGrpSpPr>
          <p:grpSpPr>
            <a:xfrm>
              <a:off x="0" y="2284074"/>
              <a:ext cx="23774400" cy="8339218"/>
              <a:chOff x="6569745" y="2741272"/>
              <a:chExt cx="12263366" cy="430155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5F4D3EE-D3EC-4478-FD53-5D65DAC35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8092"/>
              <a:stretch>
                <a:fillRect/>
              </a:stretch>
            </p:blipFill>
            <p:spPr>
              <a:xfrm>
                <a:off x="12584698" y="2741273"/>
                <a:ext cx="6248413" cy="430155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73C9424-D138-0FB3-1ECE-A1D0BD6CE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8092"/>
              <a:stretch>
                <a:fillRect/>
              </a:stretch>
            </p:blipFill>
            <p:spPr>
              <a:xfrm>
                <a:off x="6569745" y="2741272"/>
                <a:ext cx="6248413" cy="4301555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B623D95-16BB-E53F-544E-9B41B6CBD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" t="83288" r="1957" b="1931"/>
            <a:stretch>
              <a:fillRect/>
            </a:stretch>
          </p:blipFill>
          <p:spPr>
            <a:xfrm>
              <a:off x="5818033" y="10623292"/>
              <a:ext cx="13041972" cy="1747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351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9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DejaVu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Chen</dc:creator>
  <cp:lastModifiedBy>Matthew Chen</cp:lastModifiedBy>
  <cp:revision>6</cp:revision>
  <dcterms:created xsi:type="dcterms:W3CDTF">2026-04-10T21:41:51Z</dcterms:created>
  <dcterms:modified xsi:type="dcterms:W3CDTF">2026-04-16T00:29:16Z</dcterms:modified>
</cp:coreProperties>
</file>