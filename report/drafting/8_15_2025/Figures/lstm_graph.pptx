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40" d="100"/>
          <a:sy n="240" d="100"/>
        </p:scale>
        <p:origin x="-2346" y="-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EF27-EACD-6FA1-21FC-B687B169F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6D5DA-C786-8F93-2C07-D95979CB3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866D4-7CFB-1083-57B9-5596C576F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46D31-5C18-EE64-0AE7-5159738CB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6AE3C-94C9-3E37-F4CC-78218C36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8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CF89-7EC5-136B-4E88-A924082F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CD080-EA18-D812-F451-75549DC9F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8160D-8DF8-3D03-8BC5-651005E9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E8C1-3D2D-3D77-3F6D-01452079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34DB1-5CC8-9056-F662-2BC03792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2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720F-68DD-0B2E-5B9E-3DD70B90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693C8-70B0-D38A-BFBB-226BCCBF2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1A674-11BC-EAF6-D0E4-9B2F4DF8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A957A-E40B-026E-92F6-550DAF86F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05ACD-8FA1-4E82-8DB4-6D6A292EE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29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0EB5-7EA3-ACD2-EAD7-9AB1A505C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D3318-2AC5-F99B-B6D0-A8DF5FC20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2186D-5592-A8B2-3DB4-4C124942A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6DEC3-D3EE-2ED2-AD23-8467D76C5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6EA4C-D551-0F76-0653-1BBF71C0C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48355-4F0E-3666-96C3-318C17F6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93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C63D-D8F9-A636-4269-35ED6FEE3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42ABD-766F-1FEB-AC14-150129BFC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59F93-B8FF-DAF7-5626-6A0DD65B8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F7DE8-E8C6-5D67-3BB5-7660A0322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C3706-E6A0-7497-1509-46FD109D3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515292-1650-7739-8A76-AEB62A64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26877-859B-9B6A-A449-E15BA394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5C5A33-656E-0602-25D9-4AB023EAE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48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AC8B-05B7-8C23-6FFC-450D957E4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8F85C-A4A6-2BE5-E35B-2B228151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5A13D-1006-5D16-CA76-2204461BA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DA7D-371A-53ED-BB5E-A275ED37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76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887DB-6495-4F66-5128-7179C4D8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A732-28B1-E788-3C81-0905F7CC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D295E-4D44-05B5-3C69-1D48C040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43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63304-1690-91DA-FEFA-B4D25E42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79973-F23D-92E9-2D3D-D1BD17FB9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15AB3-01A1-020F-2C99-26757A1B2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FA019-92C3-3171-8767-7B700B104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992EE-133A-4407-6C34-2D75586D9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28BCE-1EDC-7093-2249-B60D71D2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2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CA2E-4ED5-8BE1-0CC4-888F8E0F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B4EBC-4ED4-12D2-2B6B-B624C4F0F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3ED7B-AE09-D090-1EB2-04787ECA9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F651C-49DC-25A1-BB52-2ADB50C5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43D06-9992-F8D2-EF0C-61FF0345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D4742-A750-FFD7-A89B-282C04494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4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0F01C-3FAB-389C-616F-845183FD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9B484-EB58-1239-1BD5-BA9ABC2CF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33407-6DD0-2E42-EA22-15DA6A0F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66E2C-3264-0095-285E-8E539D9C1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B253F-6B82-3D5B-8AE4-974DCF58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87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D9321E-45DB-E4B1-4EBA-931539164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878E4-FEAD-38DD-864E-4CE7685F6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9F0E7-F42D-DEEA-6683-8DEF2F19B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612CD-4930-DEA1-8D42-868863CDB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DF0B1-A671-2FC5-3A4C-3843A6972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15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DECF1-A8BE-AABA-A940-4B76DA18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89CBC-D4BC-CC60-3570-4F76F7F7D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8767C-634F-003E-5D20-C5E01C02E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96A92-8DE3-4154-8261-A50875FF61CD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5CA07-6C14-9C4F-0EAC-4A13E7C7F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A740D-CEDF-FFF4-4ED8-AF6F9A911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CD619-AC9C-4633-A187-6C5C4E5F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2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4936D-7D21-EEBF-261C-BC78496C2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95">
            <a:extLst>
              <a:ext uri="{FF2B5EF4-FFF2-40B4-BE49-F238E27FC236}">
                <a16:creationId xmlns:a16="http://schemas.microsoft.com/office/drawing/2014/main" id="{BF45D9A4-77C4-55AA-8D40-0E471A416B51}"/>
              </a:ext>
            </a:extLst>
          </p:cNvPr>
          <p:cNvSpPr/>
          <p:nvPr/>
        </p:nvSpPr>
        <p:spPr>
          <a:xfrm>
            <a:off x="7518386" y="791969"/>
            <a:ext cx="814687" cy="638503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85E4F3D-F904-C333-E4F0-5A2B02076453}"/>
              </a:ext>
            </a:extLst>
          </p:cNvPr>
          <p:cNvSpPr/>
          <p:nvPr/>
        </p:nvSpPr>
        <p:spPr>
          <a:xfrm>
            <a:off x="6531750" y="2737431"/>
            <a:ext cx="1212904" cy="1780017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F12ECC8A-3340-E400-DFC0-B91C91AEB379}"/>
              </a:ext>
            </a:extLst>
          </p:cNvPr>
          <p:cNvSpPr/>
          <p:nvPr/>
        </p:nvSpPr>
        <p:spPr>
          <a:xfrm>
            <a:off x="5142750" y="1597140"/>
            <a:ext cx="1212904" cy="906800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DE130F12-B182-A3E3-352A-5D74BA483F1D}"/>
              </a:ext>
            </a:extLst>
          </p:cNvPr>
          <p:cNvSpPr/>
          <p:nvPr/>
        </p:nvSpPr>
        <p:spPr>
          <a:xfrm>
            <a:off x="3817253" y="1600102"/>
            <a:ext cx="1287229" cy="906800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2C7665D-2E3E-74C6-D86D-ECBD1F9C0F65}"/>
              </a:ext>
            </a:extLst>
          </p:cNvPr>
          <p:cNvSpPr/>
          <p:nvPr/>
        </p:nvSpPr>
        <p:spPr>
          <a:xfrm>
            <a:off x="4083374" y="3102910"/>
            <a:ext cx="2201485" cy="499741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C455CF-9F4A-84BB-CD27-9B386CEFEF5E}"/>
                  </a:ext>
                </a:extLst>
              </p:cNvPr>
              <p:cNvSpPr txBox="1"/>
              <p:nvPr/>
            </p:nvSpPr>
            <p:spPr>
              <a:xfrm>
                <a:off x="4303314" y="3631597"/>
                <a:ext cx="193193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C455CF-9F4A-84BB-CD27-9B386CEFE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314" y="3631597"/>
                <a:ext cx="193193" cy="276999"/>
              </a:xfrm>
              <a:prstGeom prst="rect">
                <a:avLst/>
              </a:prstGeom>
              <a:blipFill>
                <a:blip r:embed="rId2"/>
                <a:stretch>
                  <a:fillRect l="-14706" r="-88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F9B5F9-27A1-D50C-DD71-4A071F044BA8}"/>
                  </a:ext>
                </a:extLst>
              </p:cNvPr>
              <p:cNvSpPr txBox="1"/>
              <p:nvPr/>
            </p:nvSpPr>
            <p:spPr>
              <a:xfrm>
                <a:off x="4750402" y="3631597"/>
                <a:ext cx="193193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F9B5F9-27A1-D50C-DD71-4A071F044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402" y="3631597"/>
                <a:ext cx="193193" cy="276999"/>
              </a:xfrm>
              <a:prstGeom prst="rect">
                <a:avLst/>
              </a:prstGeom>
              <a:blipFill>
                <a:blip r:embed="rId3"/>
                <a:stretch>
                  <a:fillRect l="-14706" r="-88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657D0E-AF13-EA0B-CA29-B3DD7BDE8C81}"/>
                  </a:ext>
                </a:extLst>
              </p:cNvPr>
              <p:cNvSpPr txBox="1"/>
              <p:nvPr/>
            </p:nvSpPr>
            <p:spPr>
              <a:xfrm>
                <a:off x="5197490" y="3631596"/>
                <a:ext cx="537776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657D0E-AF13-EA0B-CA29-B3DD7BDE8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490" y="3631596"/>
                <a:ext cx="537776" cy="276999"/>
              </a:xfrm>
              <a:prstGeom prst="rect">
                <a:avLst/>
              </a:prstGeom>
              <a:blipFill>
                <a:blip r:embed="rId4"/>
                <a:stretch>
                  <a:fillRect l="-8889" r="-10000" b="-638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0BF03B-0BF3-CB74-A45B-92A04120A485}"/>
                  </a:ext>
                </a:extLst>
              </p:cNvPr>
              <p:cNvSpPr txBox="1"/>
              <p:nvPr/>
            </p:nvSpPr>
            <p:spPr>
              <a:xfrm>
                <a:off x="6091666" y="3631596"/>
                <a:ext cx="193193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0BF03B-0BF3-CB74-A45B-92A04120A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666" y="3631596"/>
                <a:ext cx="193193" cy="276999"/>
              </a:xfrm>
              <a:prstGeom prst="rect">
                <a:avLst/>
              </a:prstGeom>
              <a:blipFill>
                <a:blip r:embed="rId5"/>
                <a:stretch>
                  <a:fillRect l="-14706" r="-88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5D3A76-5A63-6FB2-AD1C-D3D05470C533}"/>
                  </a:ext>
                </a:extLst>
              </p:cNvPr>
              <p:cNvSpPr txBox="1"/>
              <p:nvPr/>
            </p:nvSpPr>
            <p:spPr>
              <a:xfrm>
                <a:off x="6962289" y="3277559"/>
                <a:ext cx="537776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5D3A76-5A63-6FB2-AD1C-D3D05470C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289" y="3277559"/>
                <a:ext cx="537776" cy="276999"/>
              </a:xfrm>
              <a:prstGeom prst="rect">
                <a:avLst/>
              </a:prstGeom>
              <a:blipFill>
                <a:blip r:embed="rId6"/>
                <a:stretch>
                  <a:fillRect l="-8889" r="-10000" b="-638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2C2BA0-4F46-8CA4-4351-B022520051B8}"/>
              </a:ext>
            </a:extLst>
          </p:cNvPr>
          <p:cNvCxnSpPr>
            <a:cxnSpLocks/>
          </p:cNvCxnSpPr>
          <p:nvPr/>
        </p:nvCxnSpPr>
        <p:spPr>
          <a:xfrm>
            <a:off x="3124562" y="4324626"/>
            <a:ext cx="688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3BD82030-5987-E95D-6677-148F5F7AEF96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3812832" y="3908596"/>
            <a:ext cx="587079" cy="41603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4283D535-FD44-3EAC-A7DE-6D9FEB214F28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3812832" y="3908596"/>
            <a:ext cx="1034167" cy="41603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3754AE-3B9D-253E-8FA1-56B015CF14F5}"/>
              </a:ext>
            </a:extLst>
          </p:cNvPr>
          <p:cNvCxnSpPr>
            <a:cxnSpLocks/>
          </p:cNvCxnSpPr>
          <p:nvPr/>
        </p:nvCxnSpPr>
        <p:spPr>
          <a:xfrm>
            <a:off x="3770276" y="4324626"/>
            <a:ext cx="10184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8AA2875B-ACDF-1662-C49E-22D22CD37EDB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4788683" y="3908595"/>
            <a:ext cx="677695" cy="41603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D5302F0-A591-F51E-40F1-FA61BE19DC43}"/>
              </a:ext>
            </a:extLst>
          </p:cNvPr>
          <p:cNvCxnSpPr>
            <a:cxnSpLocks/>
          </p:cNvCxnSpPr>
          <p:nvPr/>
        </p:nvCxnSpPr>
        <p:spPr>
          <a:xfrm>
            <a:off x="4831239" y="4324626"/>
            <a:ext cx="7040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7D696905-2FFE-95D2-9873-731A922D46D5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535269" y="3908595"/>
            <a:ext cx="652994" cy="41603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D82AB9-A41D-3DAB-A95A-37822C6AD1BE}"/>
                  </a:ext>
                </a:extLst>
              </p:cNvPr>
              <p:cNvSpPr txBox="1"/>
              <p:nvPr/>
            </p:nvSpPr>
            <p:spPr>
              <a:xfrm>
                <a:off x="3198706" y="4604140"/>
                <a:ext cx="32607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D82AB9-A41D-3DAB-A95A-37822C6AD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706" y="4604140"/>
                <a:ext cx="326074" cy="276999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58002B-6E0E-DBCD-BCF8-C3AEAFCAA269}"/>
                  </a:ext>
                </a:extLst>
              </p:cNvPr>
              <p:cNvSpPr txBox="1"/>
              <p:nvPr/>
            </p:nvSpPr>
            <p:spPr>
              <a:xfrm>
                <a:off x="2617489" y="4186126"/>
                <a:ext cx="48853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58002B-6E0E-DBCD-BCF8-C3AEAFCAA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489" y="4186126"/>
                <a:ext cx="488532" cy="276999"/>
              </a:xfrm>
              <a:prstGeom prst="rect">
                <a:avLst/>
              </a:prstGeom>
              <a:blipFill>
                <a:blip r:embed="rId8"/>
                <a:stretch>
                  <a:fillRect l="-11111" r="-2469" b="-15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DC6E67E-1E26-3822-05F0-9DE511A97E43}"/>
              </a:ext>
            </a:extLst>
          </p:cNvPr>
          <p:cNvCxnSpPr>
            <a:cxnSpLocks/>
            <a:endCxn id="59" idx="2"/>
          </p:cNvCxnSpPr>
          <p:nvPr/>
        </p:nvCxnSpPr>
        <p:spPr>
          <a:xfrm flipH="1" flipV="1">
            <a:off x="4395706" y="2311739"/>
            <a:ext cx="1" cy="13198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D7D8274-A1CC-20D3-CF06-0452DF7A6508}"/>
              </a:ext>
            </a:extLst>
          </p:cNvPr>
          <p:cNvCxnSpPr>
            <a:cxnSpLocks/>
            <a:stCxn id="6" idx="0"/>
            <a:endCxn id="50" idx="2"/>
          </p:cNvCxnSpPr>
          <p:nvPr/>
        </p:nvCxnSpPr>
        <p:spPr>
          <a:xfrm flipH="1" flipV="1">
            <a:off x="5466377" y="3044908"/>
            <a:ext cx="1" cy="586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88DAE2F-0A08-49F7-7B84-FD1BBF53B2A7}"/>
                  </a:ext>
                </a:extLst>
              </p:cNvPr>
              <p:cNvSpPr txBox="1"/>
              <p:nvPr/>
            </p:nvSpPr>
            <p:spPr>
              <a:xfrm>
                <a:off x="4170004" y="3307214"/>
                <a:ext cx="23128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88DAE2F-0A08-49F7-7B84-FD1BBF53B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004" y="3307214"/>
                <a:ext cx="231282" cy="276999"/>
              </a:xfrm>
              <a:prstGeom prst="rect">
                <a:avLst/>
              </a:prstGeom>
              <a:blipFill>
                <a:blip r:embed="rId9"/>
                <a:stretch>
                  <a:fillRect l="-36842" t="-4444" r="-13158" b="-35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48">
            <a:extLst>
              <a:ext uri="{FF2B5EF4-FFF2-40B4-BE49-F238E27FC236}">
                <a16:creationId xmlns:a16="http://schemas.microsoft.com/office/drawing/2014/main" id="{F1EEDC47-2168-4CA4-0D16-C2A947E6251C}"/>
              </a:ext>
            </a:extLst>
          </p:cNvPr>
          <p:cNvSpPr/>
          <p:nvPr/>
        </p:nvSpPr>
        <p:spPr>
          <a:xfrm>
            <a:off x="5272223" y="2646120"/>
            <a:ext cx="388309" cy="3883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2E5ACB-BD8C-85E9-637A-1BECA117CC9C}"/>
              </a:ext>
            </a:extLst>
          </p:cNvPr>
          <p:cNvSpPr txBox="1"/>
          <p:nvPr/>
        </p:nvSpPr>
        <p:spPr>
          <a:xfrm>
            <a:off x="5313931" y="2675576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96041033-2C61-3DD3-3356-033D2070C857}"/>
              </a:ext>
            </a:extLst>
          </p:cNvPr>
          <p:cNvCxnSpPr>
            <a:cxnSpLocks/>
            <a:stCxn id="5" idx="0"/>
            <a:endCxn id="49" idx="2"/>
          </p:cNvCxnSpPr>
          <p:nvPr/>
        </p:nvCxnSpPr>
        <p:spPr>
          <a:xfrm rot="5400000" flipH="1" flipV="1">
            <a:off x="4663950" y="3023324"/>
            <a:ext cx="791322" cy="425224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B6F6CB6-2D2D-A7BA-9EA9-B37FC42D22BB}"/>
                  </a:ext>
                </a:extLst>
              </p:cNvPr>
              <p:cNvSpPr txBox="1"/>
              <p:nvPr/>
            </p:nvSpPr>
            <p:spPr>
              <a:xfrm>
                <a:off x="4668556" y="3300854"/>
                <a:ext cx="21441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B6F6CB6-2D2D-A7BA-9EA9-B37FC42D2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556" y="3300854"/>
                <a:ext cx="214418" cy="276999"/>
              </a:xfrm>
              <a:prstGeom prst="rect">
                <a:avLst/>
              </a:prstGeom>
              <a:blipFill>
                <a:blip r:embed="rId10"/>
                <a:stretch>
                  <a:fillRect l="-28571" r="-2857" b="-130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>
            <a:extLst>
              <a:ext uri="{FF2B5EF4-FFF2-40B4-BE49-F238E27FC236}">
                <a16:creationId xmlns:a16="http://schemas.microsoft.com/office/drawing/2014/main" id="{A68FAEA5-0B5E-E79B-70DF-376409F083EE}"/>
              </a:ext>
            </a:extLst>
          </p:cNvPr>
          <p:cNvSpPr/>
          <p:nvPr/>
        </p:nvSpPr>
        <p:spPr>
          <a:xfrm>
            <a:off x="4201552" y="1912951"/>
            <a:ext cx="388309" cy="3883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B846CB-DCC3-B23E-B912-DB802194CA0C}"/>
              </a:ext>
            </a:extLst>
          </p:cNvPr>
          <p:cNvSpPr txBox="1"/>
          <p:nvPr/>
        </p:nvSpPr>
        <p:spPr>
          <a:xfrm>
            <a:off x="4243260" y="1942407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70F2FAD-C512-B50A-7DA3-603AEF640C3E}"/>
              </a:ext>
            </a:extLst>
          </p:cNvPr>
          <p:cNvSpPr/>
          <p:nvPr/>
        </p:nvSpPr>
        <p:spPr>
          <a:xfrm>
            <a:off x="5272222" y="1911296"/>
            <a:ext cx="388309" cy="3883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C97544-C4C4-8ADE-BDA4-2377F2DE3784}"/>
              </a:ext>
            </a:extLst>
          </p:cNvPr>
          <p:cNvSpPr txBox="1"/>
          <p:nvPr/>
        </p:nvSpPr>
        <p:spPr>
          <a:xfrm>
            <a:off x="5318741" y="191669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07D882A-C078-EDC0-BDA1-3FAAEDD54A1F}"/>
              </a:ext>
            </a:extLst>
          </p:cNvPr>
          <p:cNvCxnSpPr>
            <a:cxnSpLocks/>
            <a:stCxn id="49" idx="0"/>
            <a:endCxn id="61" idx="4"/>
          </p:cNvCxnSpPr>
          <p:nvPr/>
        </p:nvCxnSpPr>
        <p:spPr>
          <a:xfrm flipH="1" flipV="1">
            <a:off x="5466377" y="2299605"/>
            <a:ext cx="1" cy="3465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ECD680A-3A13-89A6-8F5A-64ED50BF4726}"/>
              </a:ext>
            </a:extLst>
          </p:cNvPr>
          <p:cNvCxnSpPr>
            <a:cxnSpLocks/>
            <a:stCxn id="58" idx="6"/>
            <a:endCxn id="61" idx="2"/>
          </p:cNvCxnSpPr>
          <p:nvPr/>
        </p:nvCxnSpPr>
        <p:spPr>
          <a:xfrm flipV="1">
            <a:off x="4589861" y="2105451"/>
            <a:ext cx="682361" cy="1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B3D0385-71FB-F42C-6E5B-6771938CDF31}"/>
                  </a:ext>
                </a:extLst>
              </p:cNvPr>
              <p:cNvSpPr txBox="1"/>
              <p:nvPr/>
            </p:nvSpPr>
            <p:spPr>
              <a:xfrm>
                <a:off x="5968767" y="2059852"/>
                <a:ext cx="24083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B3D0385-71FB-F42C-6E5B-6771938CD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767" y="2059852"/>
                <a:ext cx="240835" cy="276999"/>
              </a:xfrm>
              <a:prstGeom prst="rect">
                <a:avLst/>
              </a:prstGeom>
              <a:blipFill>
                <a:blip r:embed="rId12"/>
                <a:stretch>
                  <a:fillRect l="-15000" r="-2500"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Oval 81">
            <a:extLst>
              <a:ext uri="{FF2B5EF4-FFF2-40B4-BE49-F238E27FC236}">
                <a16:creationId xmlns:a16="http://schemas.microsoft.com/office/drawing/2014/main" id="{9D80D925-0532-BE1B-F94F-F986BBBA03D5}"/>
              </a:ext>
            </a:extLst>
          </p:cNvPr>
          <p:cNvSpPr/>
          <p:nvPr/>
        </p:nvSpPr>
        <p:spPr>
          <a:xfrm>
            <a:off x="7029123" y="4107784"/>
            <a:ext cx="388309" cy="3883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17F9D5-93EF-5796-5285-371F2D9F7B51}"/>
              </a:ext>
            </a:extLst>
          </p:cNvPr>
          <p:cNvSpPr txBox="1"/>
          <p:nvPr/>
        </p:nvSpPr>
        <p:spPr>
          <a:xfrm>
            <a:off x="7070831" y="4116610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96F2E8B-670F-D5C1-27CA-0EC55F470336}"/>
              </a:ext>
            </a:extLst>
          </p:cNvPr>
          <p:cNvCxnSpPr>
            <a:cxnSpLocks/>
            <a:endCxn id="58" idx="2"/>
          </p:cNvCxnSpPr>
          <p:nvPr/>
        </p:nvCxnSpPr>
        <p:spPr>
          <a:xfrm>
            <a:off x="3198706" y="2101363"/>
            <a:ext cx="1002846" cy="5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6AF0559-15A5-3BCB-5029-8AF1CB4E814B}"/>
                  </a:ext>
                </a:extLst>
              </p:cNvPr>
              <p:cNvSpPr txBox="1"/>
              <p:nvPr/>
            </p:nvSpPr>
            <p:spPr>
              <a:xfrm>
                <a:off x="2621102" y="1962864"/>
                <a:ext cx="46044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6AF0559-15A5-3BCB-5029-8AF1CB4E8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102" y="1962864"/>
                <a:ext cx="460447" cy="276999"/>
              </a:xfrm>
              <a:prstGeom prst="rect">
                <a:avLst/>
              </a:prstGeom>
              <a:blipFill>
                <a:blip r:embed="rId13"/>
                <a:stretch>
                  <a:fillRect l="-6579" r="-3947" b="-15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Connector: Curved 89">
            <a:extLst>
              <a:ext uri="{FF2B5EF4-FFF2-40B4-BE49-F238E27FC236}">
                <a16:creationId xmlns:a16="http://schemas.microsoft.com/office/drawing/2014/main" id="{82ED00E2-832A-FF16-02FE-09C81FC4D451}"/>
              </a:ext>
            </a:extLst>
          </p:cNvPr>
          <p:cNvCxnSpPr>
            <a:cxnSpLocks/>
            <a:stCxn id="7" idx="0"/>
            <a:endCxn id="82" idx="2"/>
          </p:cNvCxnSpPr>
          <p:nvPr/>
        </p:nvCxnSpPr>
        <p:spPr>
          <a:xfrm rot="16200000" flipH="1">
            <a:off x="6273521" y="3546337"/>
            <a:ext cx="670343" cy="840860"/>
          </a:xfrm>
          <a:prstGeom prst="curvedConnector4">
            <a:avLst>
              <a:gd name="adj1" fmla="val -34102"/>
              <a:gd name="adj2" fmla="val 557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E485727-8608-FB57-5F9F-21ADE2B12AE3}"/>
                  </a:ext>
                </a:extLst>
              </p:cNvPr>
              <p:cNvSpPr txBox="1"/>
              <p:nvPr/>
            </p:nvSpPr>
            <p:spPr>
              <a:xfrm>
                <a:off x="5916497" y="3312597"/>
                <a:ext cx="25680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E485727-8608-FB57-5F9F-21ADE2B12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497" y="3312597"/>
                <a:ext cx="256802" cy="276999"/>
              </a:xfrm>
              <a:prstGeom prst="rect">
                <a:avLst/>
              </a:prstGeom>
              <a:blipFill>
                <a:blip r:embed="rId14"/>
                <a:stretch>
                  <a:fillRect l="-14286" r="-2381" b="-130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2F52225-B387-46EF-2D46-3C06D8ED408F}"/>
              </a:ext>
            </a:extLst>
          </p:cNvPr>
          <p:cNvCxnSpPr>
            <a:cxnSpLocks/>
            <a:stCxn id="8" idx="2"/>
            <a:endCxn id="82" idx="0"/>
          </p:cNvCxnSpPr>
          <p:nvPr/>
        </p:nvCxnSpPr>
        <p:spPr>
          <a:xfrm flipH="1">
            <a:off x="7223278" y="3554558"/>
            <a:ext cx="7899" cy="5532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4931C505-1B47-9897-BB43-3EE147AEFF70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049430" y="2117067"/>
            <a:ext cx="1181747" cy="116049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B723A3D-C0D5-D16A-2D98-0A83E6257F1A}"/>
                  </a:ext>
                </a:extLst>
              </p:cNvPr>
              <p:cNvSpPr txBox="1"/>
              <p:nvPr/>
            </p:nvSpPr>
            <p:spPr>
              <a:xfrm>
                <a:off x="8263587" y="1962864"/>
                <a:ext cx="24083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B723A3D-C0D5-D16A-2D98-0A83E6257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587" y="1962864"/>
                <a:ext cx="240835" cy="276999"/>
              </a:xfrm>
              <a:prstGeom prst="rect">
                <a:avLst/>
              </a:prstGeom>
              <a:blipFill>
                <a:blip r:embed="rId15"/>
                <a:stretch>
                  <a:fillRect l="-15385" r="-2564"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5B74DD5-2418-151F-4543-910E680C96B9}"/>
                  </a:ext>
                </a:extLst>
              </p:cNvPr>
              <p:cNvSpPr txBox="1"/>
              <p:nvPr/>
            </p:nvSpPr>
            <p:spPr>
              <a:xfrm>
                <a:off x="8432035" y="4186126"/>
                <a:ext cx="26892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5B74DD5-2418-151F-4543-910E680C9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035" y="4186126"/>
                <a:ext cx="268920" cy="276999"/>
              </a:xfrm>
              <a:prstGeom prst="rect">
                <a:avLst/>
              </a:prstGeom>
              <a:blipFill>
                <a:blip r:embed="rId16"/>
                <a:stretch>
                  <a:fillRect l="-22727" r="-4545"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23F1BEE9-F319-1E95-5397-60108CFC0D4D}"/>
              </a:ext>
            </a:extLst>
          </p:cNvPr>
          <p:cNvCxnSpPr>
            <a:cxnSpLocks/>
            <a:stCxn id="82" idx="6"/>
          </p:cNvCxnSpPr>
          <p:nvPr/>
        </p:nvCxnSpPr>
        <p:spPr>
          <a:xfrm>
            <a:off x="7417432" y="4301939"/>
            <a:ext cx="3048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CD22F8D4-9404-D3CA-D793-3ECAB7BB6300}"/>
                  </a:ext>
                </a:extLst>
              </p:cNvPr>
              <p:cNvSpPr txBox="1"/>
              <p:nvPr/>
            </p:nvSpPr>
            <p:spPr>
              <a:xfrm>
                <a:off x="7735565" y="968012"/>
                <a:ext cx="26892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CD22F8D4-9404-D3CA-D793-3ECAB7BB6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565" y="968012"/>
                <a:ext cx="268920" cy="276999"/>
              </a:xfrm>
              <a:prstGeom prst="rect">
                <a:avLst/>
              </a:prstGeom>
              <a:blipFill>
                <a:blip r:embed="rId17"/>
                <a:stretch>
                  <a:fillRect l="-22727" r="-2273"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6CBE16AB-1152-1DEB-7C80-F2FBD1A830DE}"/>
              </a:ext>
            </a:extLst>
          </p:cNvPr>
          <p:cNvSpPr/>
          <p:nvPr/>
        </p:nvSpPr>
        <p:spPr>
          <a:xfrm>
            <a:off x="3490174" y="1552192"/>
            <a:ext cx="4623057" cy="315943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F04F4E3-10FD-8988-0CBA-A4919D3F7071}"/>
              </a:ext>
            </a:extLst>
          </p:cNvPr>
          <p:cNvCxnSpPr>
            <a:cxnSpLocks/>
          </p:cNvCxnSpPr>
          <p:nvPr/>
        </p:nvCxnSpPr>
        <p:spPr>
          <a:xfrm>
            <a:off x="7722324" y="4301939"/>
            <a:ext cx="6622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044F4438-FBDF-1842-9033-BAABF7E036D2}"/>
              </a:ext>
            </a:extLst>
          </p:cNvPr>
          <p:cNvCxnSpPr>
            <a:cxnSpLocks/>
            <a:endCxn id="137" idx="2"/>
          </p:cNvCxnSpPr>
          <p:nvPr/>
        </p:nvCxnSpPr>
        <p:spPr>
          <a:xfrm flipH="1" flipV="1">
            <a:off x="7870025" y="1245011"/>
            <a:ext cx="7695" cy="30562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9B0EA333-D5D9-F27F-6664-3AC56C41EB94}"/>
              </a:ext>
            </a:extLst>
          </p:cNvPr>
          <p:cNvSpPr txBox="1"/>
          <p:nvPr/>
        </p:nvSpPr>
        <p:spPr>
          <a:xfrm>
            <a:off x="3771045" y="1548093"/>
            <a:ext cx="129931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Forget information from previous cell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5980CF6-DAFF-73F9-5AF2-FA2AEEE7DB17}"/>
              </a:ext>
            </a:extLst>
          </p:cNvPr>
          <p:cNvSpPr txBox="1"/>
          <p:nvPr/>
        </p:nvSpPr>
        <p:spPr>
          <a:xfrm>
            <a:off x="5059611" y="1544176"/>
            <a:ext cx="139668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Save new information to cell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EA5F499-E067-6163-E648-41B22F4BF755}"/>
              </a:ext>
            </a:extLst>
          </p:cNvPr>
          <p:cNvSpPr txBox="1"/>
          <p:nvPr/>
        </p:nvSpPr>
        <p:spPr>
          <a:xfrm>
            <a:off x="6491885" y="2793201"/>
            <a:ext cx="139668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Output information from cell state</a:t>
            </a: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B9C5C092-1BE2-073F-08E3-808DA8448176}"/>
              </a:ext>
            </a:extLst>
          </p:cNvPr>
          <p:cNvCxnSpPr>
            <a:cxnSpLocks/>
            <a:endCxn id="117" idx="1"/>
          </p:cNvCxnSpPr>
          <p:nvPr/>
        </p:nvCxnSpPr>
        <p:spPr>
          <a:xfrm flipV="1">
            <a:off x="5660531" y="2101364"/>
            <a:ext cx="2603056" cy="157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D4146766-A66A-57B5-86F6-58197A1518A5}"/>
              </a:ext>
            </a:extLst>
          </p:cNvPr>
          <p:cNvSpPr txBox="1"/>
          <p:nvPr/>
        </p:nvSpPr>
        <p:spPr>
          <a:xfrm>
            <a:off x="7537656" y="791306"/>
            <a:ext cx="84709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To output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902A36-0AE4-B5D4-4126-F02734596E32}"/>
              </a:ext>
            </a:extLst>
          </p:cNvPr>
          <p:cNvCxnSpPr>
            <a:cxnSpLocks/>
          </p:cNvCxnSpPr>
          <p:nvPr/>
        </p:nvCxnSpPr>
        <p:spPr>
          <a:xfrm flipV="1">
            <a:off x="3334154" y="4324626"/>
            <a:ext cx="5664" cy="3286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1EC8B85D-9D66-D788-A653-ED7DC93A77DD}"/>
              </a:ext>
            </a:extLst>
          </p:cNvPr>
          <p:cNvSpPr txBox="1"/>
          <p:nvPr/>
        </p:nvSpPr>
        <p:spPr>
          <a:xfrm>
            <a:off x="4124157" y="3101074"/>
            <a:ext cx="240759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Compute input/forget/output gates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051AD6-F1A0-84AF-DF9E-C50EC89C15F8}"/>
                  </a:ext>
                </a:extLst>
              </p:cNvPr>
              <p:cNvSpPr txBox="1"/>
              <p:nvPr/>
            </p:nvSpPr>
            <p:spPr>
              <a:xfrm>
                <a:off x="5251608" y="3311959"/>
                <a:ext cx="23442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051AD6-F1A0-84AF-DF9E-C50EC89C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608" y="3311959"/>
                <a:ext cx="234423" cy="276999"/>
              </a:xfrm>
              <a:prstGeom prst="rect">
                <a:avLst/>
              </a:prstGeom>
              <a:blipFill>
                <a:blip r:embed="rId18"/>
                <a:stretch>
                  <a:fillRect l="-15385" t="-2174" r="-74359" b="-130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883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46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Chen</dc:creator>
  <cp:lastModifiedBy>Matthew Chen</cp:lastModifiedBy>
  <cp:revision>3</cp:revision>
  <dcterms:created xsi:type="dcterms:W3CDTF">2025-08-15T21:36:57Z</dcterms:created>
  <dcterms:modified xsi:type="dcterms:W3CDTF">2025-08-15T21:54:42Z</dcterms:modified>
</cp:coreProperties>
</file>