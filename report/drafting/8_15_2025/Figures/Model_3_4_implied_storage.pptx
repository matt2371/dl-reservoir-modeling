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8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17F7-40DB-26CB-91DE-20C962F5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42741-7DC8-1EFB-7360-77BCC3ED6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BD089-8CA2-DC9B-B571-78A4D1791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15F4-BF48-378D-FF89-EF5A0FAC4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61EA2-3681-E62C-6762-41F6D7AD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8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C945-A891-7589-D042-B30873BB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DB85-03D9-98ED-E33F-E37799FD2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43B2A-7C68-45B7-F403-8C73F2C2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818A4-3B6C-7B8E-589D-5FC18415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5F8BA-874F-97F6-3A1C-8CA72BDE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06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AEE5-BD49-D39C-F09B-778B1646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FFAD5-9827-72CC-8F16-689C8EA77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6F199-6223-842C-34EE-36A40D94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DF8CC-2B3C-7F94-F867-34CB6D99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B9FD4-6D6B-A021-6012-14E9B4A30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61853-618D-496F-AC82-C8BD33D8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DF82C-6608-CC72-586F-419F3DF9E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CD0C6-DDB0-7568-7F48-22B0E03A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173DC-83E2-E3E9-55BD-60A7873D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837-51CB-34E5-FF7E-0EC2E4ECF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C423A-77A5-8F44-AA8C-C2D408A7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57D1-762B-DA09-3256-BC34EA52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A0B1C-73C5-E05D-9A23-91916C2D8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41E2-40A2-B715-974D-D8EF3EF8A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ACF7B-361A-8EB8-899D-F0ECA0E08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23E64-6A6E-4CF1-49C8-487F5394A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13CC6-AA8B-1895-FF96-10A8401A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DF7CE-DC0A-DA4F-55A2-0C79A7A3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ED1496-C3F2-C21F-CD8F-31442EBA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3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1684-B544-F33A-75CF-443F0E57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379D2-B5E0-3734-DC8D-7E37A7C8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A2AE6-1BAD-D762-77EE-F20233EE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E0754-A6C9-A972-0543-B621A5CA0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03DD00-728E-BE63-BA60-1E3DB29B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3F3B4-6620-6DB8-24EB-9225432A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204DD-09C1-CA01-A2CC-0A2C660F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1EDF-7564-9280-4F75-9573B2F1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BB7C-B13F-3228-ABE8-3C5B1DD8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92749-CE2A-94FE-B9CE-0BE816CC5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64393-274C-E9ED-EA38-AE2038EA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D2B70-30D5-A917-6353-026EE8D5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454819-9E62-3B0D-3C49-AE824B26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4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829E-D0A5-0248-790E-08B7C3A6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2D39EF-42B9-890C-CFED-CF3164535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97245-403D-5C7C-8965-6B1312F12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4241A-60AD-959F-FEFA-917582CF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99EEE-8C88-BCC9-A14A-D6E727CD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0D53D-2343-D3D0-8660-7DA7BE93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2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E890-38F8-5B2E-8799-41A05B568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95928-6A3D-49D9-3DCD-306FB947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F0A90-FEE3-9ED5-DDFB-0C9F6F259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9C9D2-AA43-5F0C-A544-B8905E17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4ABDE-297F-D21A-87F8-68056872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8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967DF-BFB3-05FD-0F4D-AE1C90A7E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E3C09-E7D5-FD41-66DD-2AE66412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9E162-0398-3668-F491-51EFD224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6E395-D087-E663-8268-A36EDDD1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11F55-E27B-4845-CE91-1822D18B2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8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C330BF-11D4-D483-1231-DB331BC83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273AE-41B5-9694-A0A0-9A710206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1AAAF-E4E8-91D8-2A91-B56BDB43BF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B180C-17CA-4F38-87B2-8ECCBE33556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40CEB-9A73-0E63-32C4-328D506BDB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5518D-6345-53DE-9D69-5D0A6DC49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57A42-FD03-4597-A7D3-B6288DAC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1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variety of storage&#10;&#10;AI-generated content may be incorrect.">
            <a:extLst>
              <a:ext uri="{FF2B5EF4-FFF2-40B4-BE49-F238E27FC236}">
                <a16:creationId xmlns:a16="http://schemas.microsoft.com/office/drawing/2014/main" id="{0AA88305-87AD-11DE-FBF3-B49C12F92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5" y="415259"/>
            <a:ext cx="5909070" cy="5909070"/>
          </a:xfrm>
          <a:prstGeom prst="rect">
            <a:avLst/>
          </a:prstGeom>
        </p:spPr>
      </p:pic>
      <p:pic>
        <p:nvPicPr>
          <p:cNvPr id="7" name="Picture 6" descr="A diagram of a variety of storage&#10;&#10;AI-generated content may be incorrect.">
            <a:extLst>
              <a:ext uri="{FF2B5EF4-FFF2-40B4-BE49-F238E27FC236}">
                <a16:creationId xmlns:a16="http://schemas.microsoft.com/office/drawing/2014/main" id="{08FD201B-B071-2CD4-6AA9-355EBBE3A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4465"/>
            <a:ext cx="5909070" cy="590907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5E0EE39-42A8-B6F8-D711-39A3976D3BDC}"/>
              </a:ext>
            </a:extLst>
          </p:cNvPr>
          <p:cNvGrpSpPr/>
          <p:nvPr/>
        </p:nvGrpSpPr>
        <p:grpSpPr>
          <a:xfrm>
            <a:off x="186930" y="395524"/>
            <a:ext cx="11779865" cy="5968276"/>
            <a:chOff x="186930" y="395524"/>
            <a:chExt cx="11779865" cy="5968276"/>
          </a:xfrm>
        </p:grpSpPr>
        <p:pic>
          <p:nvPicPr>
            <p:cNvPr id="8" name="Picture 7" descr="A diagram of a variety of storage&#10;&#10;AI-generated content may be incorrect.">
              <a:extLst>
                <a:ext uri="{FF2B5EF4-FFF2-40B4-BE49-F238E27FC236}">
                  <a16:creationId xmlns:a16="http://schemas.microsoft.com/office/drawing/2014/main" id="{0EC00BD1-27AF-D6DF-C463-E1C196C2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30" y="395524"/>
              <a:ext cx="5909070" cy="5909070"/>
            </a:xfrm>
            <a:prstGeom prst="rect">
              <a:avLst/>
            </a:prstGeom>
          </p:spPr>
        </p:pic>
        <p:pic>
          <p:nvPicPr>
            <p:cNvPr id="10" name="Picture 9" descr="A diagram of a variety of storage&#10;&#10;AI-generated content may be incorrect.">
              <a:extLst>
                <a:ext uri="{FF2B5EF4-FFF2-40B4-BE49-F238E27FC236}">
                  <a16:creationId xmlns:a16="http://schemas.microsoft.com/office/drawing/2014/main" id="{EE24B59F-DE5E-4B40-A4BF-BB97AE596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7725" y="454730"/>
              <a:ext cx="5909070" cy="59090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3654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3</cp:revision>
  <dcterms:created xsi:type="dcterms:W3CDTF">2024-04-04T19:31:39Z</dcterms:created>
  <dcterms:modified xsi:type="dcterms:W3CDTF">2025-08-19T00:30:16Z</dcterms:modified>
</cp:coreProperties>
</file>