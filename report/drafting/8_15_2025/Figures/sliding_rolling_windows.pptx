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150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9E9F2-560E-557C-DEA8-B4B7D6BCB9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5E70C-78C9-79A2-F6A2-391F6662A7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E5AE6F-8DAB-80C0-A3BA-231762E6F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A4DF-8C9D-42BA-8C09-292363B9569F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A14951-1609-AAB6-C730-3AF6092F7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C6FBB-5FD1-6AF3-841C-929F61064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0480D-BB60-4469-9A37-D11326571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672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4942A-8378-4F58-E327-73A58A8B9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27253-EEC7-62A9-5818-5EB113CC95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3BCD24-C7B0-E663-7E2B-22F55934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A4DF-8C9D-42BA-8C09-292363B9569F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7382A-1115-1631-7628-60C653D60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BA3E8C-CD7C-DBE4-D4D5-A6B777E12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0480D-BB60-4469-9A37-D11326571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538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8CE9F-E71A-5C86-D87E-D5B503875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146C9F-85F8-5267-5843-18004B585B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DAB527-DCF5-D823-66A0-9CED5F14F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A4DF-8C9D-42BA-8C09-292363B9569F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E582A-D116-A0E1-143E-91DAA8185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B29674-DEA1-AC62-7915-E696AEE1F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0480D-BB60-4469-9A37-D11326571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579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91D21-8EEF-76C4-20AC-BAF4169E7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7A41E7-ECAE-18C4-2726-F473217DBE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D1E934-3392-2402-2CA4-C97EA98AD4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272B5F-DCC6-59F4-DFAF-D05BA3C8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A4DF-8C9D-42BA-8C09-292363B9569F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8564EA-6FAC-13A7-DD82-2CAED2E8A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24DEC9-6D67-B634-34D4-F59680000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0480D-BB60-4469-9A37-D11326571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223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23664-DF78-7292-924B-30788A449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FF387-E547-2AC6-60DF-92166A1100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4F657-24F0-FE45-90CD-D2EA585B08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592DAD-73F4-BDDC-EA43-F64404681A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011063-2AF7-4542-5779-F1CA5622EB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2DDC80-4AFA-AF48-01FA-7DAF17B04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A4DF-8C9D-42BA-8C09-292363B9569F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C926FF-67F3-84DF-D6E6-D77416BE0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305D7A-CF62-1335-BD19-9F0441DFF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0480D-BB60-4469-9A37-D11326571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603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17B48-AEF6-B767-E070-F4B9ECD2A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FBB14B-FA73-44EA-8AA5-8C582A4AD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A4DF-8C9D-42BA-8C09-292363B9569F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68EA9-F5C1-BAFE-8376-8E3F03E13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A49409-642E-72B0-D488-08EB1CAC5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0480D-BB60-4469-9A37-D11326571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580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94BB4-56D0-7633-B077-365A48D05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A4DF-8C9D-42BA-8C09-292363B9569F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983AE7-0F26-D02C-5B9D-D215561B9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59D1D-8FC3-76F8-010A-64AAFA887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0480D-BB60-4469-9A37-D11326571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679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A34D0-8E27-B2C6-4FB3-5A06B6BB0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E6E17-89A3-F313-8F32-410E47238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9E79F1-B341-D483-40BF-B5B47370AA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8E64A5-7740-D13D-C63F-5195309C9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A4DF-8C9D-42BA-8C09-292363B9569F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09C158-2A08-9013-29B6-F484B77DC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A8001D-DDEA-0C2C-9B2B-23B6E5AC6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0480D-BB60-4469-9A37-D11326571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965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3C757-13D2-4DE5-9CF5-6C43FCF9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C723CC-55B0-08C5-536B-77EF7F5BBD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2ADA62-C1F9-24CC-EE56-BA1AA59055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709D81-CEB2-FE9F-DCE8-4E805FAB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A4DF-8C9D-42BA-8C09-292363B9569F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92A423-BE81-4378-38EB-65CC9A9F7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102E95-6F8C-9D5D-E254-0C5477F81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0480D-BB60-4469-9A37-D11326571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78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B62E2-256B-86FA-7700-0F9DB469D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AC34B9-ED4C-CC72-33BA-4851E8CC3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F2816E-178F-0363-827C-EA099D759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A4DF-8C9D-42BA-8C09-292363B9569F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9AF0B-5F66-390B-2C8D-E7B17DCC0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4E198-17C7-0CA4-3F49-83A9E7ACC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0480D-BB60-4469-9A37-D11326571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904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FA4058-87E2-77C0-3239-31A2E90DB2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35DD36-7050-6EF7-8BCB-12EBC7B193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33094-BA3B-0F21-EB0D-7E1334C42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A4DF-8C9D-42BA-8C09-292363B9569F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90F8C-DAC1-7B84-F469-0285864E0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06178-64F3-2A9D-92D9-1CBD447D4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0480D-BB60-4469-9A37-D11326571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705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430EEA-D567-622C-06F9-2083F14D5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1D28-A3C8-C0EA-5286-CBC70D346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0842A-5DA1-70FC-554B-3023A5F8ED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6CA4DF-8C9D-42BA-8C09-292363B9569F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6D5FB-CC53-6B52-8CA3-0D5038B087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6D4946-A7F7-6D1F-BD58-63574D601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20480D-BB60-4469-9A37-D11326571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76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9690D3C-F1D6-9E5D-84FC-B096465E5DE5}"/>
              </a:ext>
            </a:extLst>
          </p:cNvPr>
          <p:cNvGrpSpPr/>
          <p:nvPr/>
        </p:nvGrpSpPr>
        <p:grpSpPr>
          <a:xfrm>
            <a:off x="1152654" y="1391221"/>
            <a:ext cx="9482168" cy="4075558"/>
            <a:chOff x="403081" y="1289184"/>
            <a:chExt cx="9482168" cy="4075558"/>
          </a:xfrm>
        </p:grpSpPr>
        <p:pic>
          <p:nvPicPr>
            <p:cNvPr id="5" name="Picture 4" descr="A graph of different types of windows&#10;&#10;Description automatically generated">
              <a:extLst>
                <a:ext uri="{FF2B5EF4-FFF2-40B4-BE49-F238E27FC236}">
                  <a16:creationId xmlns:a16="http://schemas.microsoft.com/office/drawing/2014/main" id="{69210C68-3D44-F4A6-7986-AF2CC06BC7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3081" y="1289184"/>
              <a:ext cx="4754818" cy="4075558"/>
            </a:xfrm>
            <a:prstGeom prst="rect">
              <a:avLst/>
            </a:prstGeom>
          </p:spPr>
        </p:pic>
        <p:pic>
          <p:nvPicPr>
            <p:cNvPr id="7" name="Picture 6" descr="A graph of different sliding windows&#10;&#10;Description automatically generated">
              <a:extLst>
                <a:ext uri="{FF2B5EF4-FFF2-40B4-BE49-F238E27FC236}">
                  <a16:creationId xmlns:a16="http://schemas.microsoft.com/office/drawing/2014/main" id="{2952040F-B948-E1F3-83BC-C2EECD369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30431" y="1289184"/>
              <a:ext cx="4754818" cy="40755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89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20FF741E-D64B-4728-A2CF-56EAE21B41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449" y="627099"/>
            <a:ext cx="4572009" cy="5486411"/>
          </a:xfrm>
          <a:prstGeom prst="rect">
            <a:avLst/>
          </a:prstGeom>
        </p:spPr>
      </p:pic>
      <p:pic>
        <p:nvPicPr>
          <p:cNvPr id="9" name="Picture 8" descr="A graph of the same type of data&#10;&#10;AI-generated content may be incorrect.">
            <a:extLst>
              <a:ext uri="{FF2B5EF4-FFF2-40B4-BE49-F238E27FC236}">
                <a16:creationId xmlns:a16="http://schemas.microsoft.com/office/drawing/2014/main" id="{EBF59501-44D4-C600-A716-3BBD51990B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9176" y="627098"/>
            <a:ext cx="457200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991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Chen</dc:creator>
  <cp:lastModifiedBy>Matthew Chen</cp:lastModifiedBy>
  <cp:revision>2</cp:revision>
  <dcterms:created xsi:type="dcterms:W3CDTF">2024-03-09T00:31:33Z</dcterms:created>
  <dcterms:modified xsi:type="dcterms:W3CDTF">2025-08-19T00:10:02Z</dcterms:modified>
</cp:coreProperties>
</file>