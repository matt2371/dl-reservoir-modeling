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6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E9F2-560E-557C-DEA8-B4B7D6BCB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5E70C-78C9-79A2-F6A2-391F6662A7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5AE6F-8DAB-80C0-A3BA-231762E6F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14951-1609-AAB6-C730-3AF6092F7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C6FBB-5FD1-6AF3-841C-929F6106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7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942A-8378-4F58-E327-73A58A8B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7253-EEC7-62A9-5818-5EB113CC9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BCD24-C7B0-E663-7E2B-22F55934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7382A-1115-1631-7628-60C653D60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A3E8C-CD7C-DBE4-D4D5-A6B777E1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38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CE9F-E71A-5C86-D87E-D5B50387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46C9F-85F8-5267-5843-18004B585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AB527-DCF5-D823-66A0-9CED5F14F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E582A-D116-A0E1-143E-91DAA8185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29674-DEA1-AC62-7915-E696AEE1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7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1D21-8EEF-76C4-20AC-BAF4169E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A41E7-ECAE-18C4-2726-F473217DB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1E934-3392-2402-2CA4-C97EA98AD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72B5F-DCC6-59F4-DFAF-D05BA3C8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564EA-6FAC-13A7-DD82-2CAED2E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4DEC9-6D67-B634-34D4-F5968000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2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23664-DF78-7292-924B-30788A44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FF387-E547-2AC6-60DF-92166A110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4F657-24F0-FE45-90CD-D2EA585B0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592DAD-73F4-BDDC-EA43-F64404681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011063-2AF7-4542-5779-F1CA5622E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DDC80-4AFA-AF48-01FA-7DAF17B0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C926FF-67F3-84DF-D6E6-D77416BE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305D7A-CF62-1335-BD19-9F0441DFF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60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17B48-AEF6-B767-E070-F4B9ECD2A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BB14B-FA73-44EA-8AA5-8C582A4A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68EA9-F5C1-BAFE-8376-8E3F03E13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A49409-642E-72B0-D488-08EB1CAC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80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94BB4-56D0-7633-B077-365A48D05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83AE7-0F26-D02C-5B9D-D215561B9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59D1D-8FC3-76F8-010A-64AAFA88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67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34D0-8E27-B2C6-4FB3-5A06B6BB0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6E17-89A3-F313-8F32-410E47238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E79F1-B341-D483-40BF-B5B47370A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E64A5-7740-D13D-C63F-5195309C9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9C158-2A08-9013-29B6-F484B77DC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8001D-DDEA-0C2C-9B2B-23B6E5AC6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65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3C757-13D2-4DE5-9CF5-6C43FCF9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723CC-55B0-08C5-536B-77EF7F5BB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ADA62-C1F9-24CC-EE56-BA1AA5905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09D81-CEB2-FE9F-DCE8-4E805FAB9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A423-BE81-4378-38EB-65CC9A9F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102E95-6F8C-9D5D-E254-0C5477F81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8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62E2-256B-86FA-7700-0F9DB469D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C34B9-ED4C-CC72-33BA-4851E8CC3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2816E-178F-0363-827C-EA099D75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AF0B-5F66-390B-2C8D-E7B17DCC0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E198-17C7-0CA4-3F49-83A9E7ACC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904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FA4058-87E2-77C0-3239-31A2E90DB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35DD36-7050-6EF7-8BCB-12EBC7B193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33094-BA3B-0F21-EB0D-7E1334C4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90F8C-DAC1-7B84-F469-0285864E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06178-64F3-2A9D-92D9-1CBD447D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0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430EEA-D567-622C-06F9-2083F14D5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F31D28-A3C8-C0EA-5286-CBC70D346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0842A-5DA1-70FC-554B-3023A5F8ED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CA4DF-8C9D-42BA-8C09-292363B9569F}" type="datetimeFigureOut">
              <a:rPr lang="en-US" smtClean="0"/>
              <a:t>3/8/2024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6D5FB-CC53-6B52-8CA3-0D5038B08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D4946-A7F7-6D1F-BD58-63574D601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20480D-BB60-4469-9A37-D11326571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6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9690D3C-F1D6-9E5D-84FC-B096465E5DE5}"/>
              </a:ext>
            </a:extLst>
          </p:cNvPr>
          <p:cNvGrpSpPr/>
          <p:nvPr/>
        </p:nvGrpSpPr>
        <p:grpSpPr>
          <a:xfrm>
            <a:off x="1152654" y="1391221"/>
            <a:ext cx="9482168" cy="4075558"/>
            <a:chOff x="403081" y="1289184"/>
            <a:chExt cx="9482168" cy="4075558"/>
          </a:xfrm>
        </p:grpSpPr>
        <p:pic>
          <p:nvPicPr>
            <p:cNvPr id="5" name="Picture 4" descr="A graph of different types of windows&#10;&#10;Description automatically generated">
              <a:extLst>
                <a:ext uri="{FF2B5EF4-FFF2-40B4-BE49-F238E27FC236}">
                  <a16:creationId xmlns:a16="http://schemas.microsoft.com/office/drawing/2014/main" id="{69210C68-3D44-F4A6-7986-AF2CC06BC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3081" y="1289184"/>
              <a:ext cx="4754818" cy="4075558"/>
            </a:xfrm>
            <a:prstGeom prst="rect">
              <a:avLst/>
            </a:prstGeom>
          </p:spPr>
        </p:pic>
        <p:pic>
          <p:nvPicPr>
            <p:cNvPr id="7" name="Picture 6" descr="A graph of different sliding windows&#10;&#10;Description automatically generated">
              <a:extLst>
                <a:ext uri="{FF2B5EF4-FFF2-40B4-BE49-F238E27FC236}">
                  <a16:creationId xmlns:a16="http://schemas.microsoft.com/office/drawing/2014/main" id="{2952040F-B948-E1F3-83BC-C2EECD369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30431" y="1289184"/>
              <a:ext cx="4754818" cy="4075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9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Chen</dc:creator>
  <cp:lastModifiedBy>Matthew Chen</cp:lastModifiedBy>
  <cp:revision>1</cp:revision>
  <dcterms:created xsi:type="dcterms:W3CDTF">2024-03-09T00:31:33Z</dcterms:created>
  <dcterms:modified xsi:type="dcterms:W3CDTF">2024-03-09T00:35:03Z</dcterms:modified>
</cp:coreProperties>
</file>