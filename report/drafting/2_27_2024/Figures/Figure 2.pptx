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168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D261D-F154-AC87-DA5A-EC1E968B4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6AA658-4C5A-2AF5-DB2A-AC84D056DC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49FAA-92D1-7408-5CC4-F80C41B7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CB57B-7A8A-0BE7-BB11-689571410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22BCC4-03DE-27B1-835A-2542AB1B2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48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C2495-224B-9EAD-FEB4-691D521E0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DBF2C-BCF6-0FBC-4594-09DAB3965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839F21-E0CE-BDCC-72E0-95DEEB03D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28B2E-A431-1006-F021-CA62C7753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857A5-0E35-689B-7115-A2CB8A4D4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22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008D1-96A9-513E-E31F-283182DFE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235E6-F379-3925-018A-295C92FD8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E67BCB-7BBF-24BB-FFD9-304A0DE09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AC597-5D16-A495-D8A1-447F7F924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50457-7369-D837-8304-A70532C7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470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D0E2-52F3-DD48-24F3-C198283B1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4712B8-786A-9098-D933-3F9A2CEF08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AAC849-D5E4-7E95-F7D3-AAE93A1F9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D6541A-20AE-37EE-6ABC-ADFDEF785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D07A43-E3F7-3C13-9217-6BAD102C0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F3BBF0-B0A6-3B4C-43E9-3921D4C4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97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01EB1-AA5C-8C48-12A3-426C55C47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057E8-A484-2E74-AA66-5F08F336E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E57748-099F-A5AC-BFD9-C183B2F1DC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43C385-330F-C08E-E3D8-0C4A2BB8BB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DC5F33-8C3A-DC60-828B-301848EA3B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C191B-C165-D55B-BF2B-4E61B04D7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5402B2-34BD-67B9-105D-F6CAE44DE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43DC9C-2891-4AEC-3DCB-184D7372A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9353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A440D-99AF-D79A-CF14-EFBB3644A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F074C5-C0C3-E8BF-3D47-57327160B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4F23C-B0B1-593D-D8E0-D31EFF9E8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130B7-6401-F0BA-8570-FA475FC54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29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C38307-3D85-441C-3FEC-8FBF3C380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4BA9FA-CD42-7CDA-60A3-D37BD8EC5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764AB-F30A-B7B1-1169-7CD6B68BD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30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0AC71-0EA6-CDA4-742B-470FC99EB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AA496-630E-93A3-3282-F4A7BC8F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B5CD0-A962-8B46-904D-099CF0FE18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6F7617-1869-64B3-7B26-F19FCEFD7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E4FACA-8B4A-127A-D863-6D517CD27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1BB664-4F67-4A1A-6657-CB96D577B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268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11A86-B5CB-E525-FDBB-175EBF681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C25516-E5FD-4549-400F-FB424911C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C78C1-722E-155B-5CCC-15FA97A507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B8909F-BC36-9828-028F-857C09873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1428-AA3B-EB91-C9E1-806BEE37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F005C-0401-881B-5D07-2F929CAEF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897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63036-F8B7-BE6D-9061-F7AAB1DDF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922405-534B-A0D9-4E50-C80F2BBADE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A1398-CD58-4D53-6013-1BFE0AAA5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8AD3B-16EE-C1B9-1801-53928E08C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D002C-8ACE-C26D-E12F-0559E9E72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23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6BECAB-E7F6-8BEF-CA66-655F45F968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D3622-D6B9-757F-3475-FB8B472BBC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1982B-6D96-8674-D2BB-0E83593F0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4B7CA-8DED-6BB3-C275-31BB8C03C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68564B-C823-72C1-F2A9-3B9BC05F6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48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97BEBC-EF03-F0AE-7AB2-9C57EC69B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FA0A28-9846-9721-79BE-6A5837BEA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8EC0D-DDFE-8683-B818-ED58CB218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EB7D7B-3DC6-4E17-8D75-EDA7E0961AEB}" type="datetimeFigureOut">
              <a:rPr lang="en-US" smtClean="0"/>
              <a:t>2/28/2024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5577E-BA6F-73E3-2D23-FD3F46BFF5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AEAADE-A5A5-4A6D-5908-88A74FB36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1DF9BE-E04D-4CED-A690-58C6246DF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225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B7A57DA-E6AB-8CED-F69C-6DDDDC139188}"/>
              </a:ext>
            </a:extLst>
          </p:cNvPr>
          <p:cNvSpPr/>
          <p:nvPr/>
        </p:nvSpPr>
        <p:spPr>
          <a:xfrm>
            <a:off x="2229170" y="4193051"/>
            <a:ext cx="1491296" cy="540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n-layer LSTM</a:t>
            </a:r>
            <a:endParaRPr lang="en-US" sz="12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0E53804-3D54-AB32-023A-BFC0D8809017}"/>
              </a:ext>
            </a:extLst>
          </p:cNvPr>
          <p:cNvSpPr/>
          <p:nvPr/>
        </p:nvSpPr>
        <p:spPr>
          <a:xfrm>
            <a:off x="2229170" y="3592246"/>
            <a:ext cx="1491296" cy="3582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Single-layer FF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8844D2-A1A5-CF8C-33CC-E8A046EDBBAC}"/>
              </a:ext>
            </a:extLst>
          </p:cNvPr>
          <p:cNvCxnSpPr>
            <a:cxnSpLocks/>
            <a:stCxn id="31" idx="0"/>
            <a:endCxn id="32" idx="2"/>
          </p:cNvCxnSpPr>
          <p:nvPr/>
        </p:nvCxnSpPr>
        <p:spPr>
          <a:xfrm flipV="1">
            <a:off x="2974818" y="3950538"/>
            <a:ext cx="0" cy="242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07A6BA0-4202-0811-351B-150A4D48445B}"/>
              </a:ext>
            </a:extLst>
          </p:cNvPr>
          <p:cNvCxnSpPr>
            <a:cxnSpLocks/>
            <a:stCxn id="32" idx="0"/>
            <a:endCxn id="35" idx="2"/>
          </p:cNvCxnSpPr>
          <p:nvPr/>
        </p:nvCxnSpPr>
        <p:spPr>
          <a:xfrm flipV="1">
            <a:off x="2974818" y="3409618"/>
            <a:ext cx="0" cy="18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87B5CA8-AAC7-73B8-25E8-0E3E96171273}"/>
              </a:ext>
            </a:extLst>
          </p:cNvPr>
          <p:cNvSpPr txBox="1"/>
          <p:nvPr/>
        </p:nvSpPr>
        <p:spPr>
          <a:xfrm>
            <a:off x="2220445" y="3132619"/>
            <a:ext cx="1508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[predicted release]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9FB6A9-08CB-0736-1ED3-606B1FD8548B}"/>
              </a:ext>
            </a:extLst>
          </p:cNvPr>
          <p:cNvSpPr txBox="1"/>
          <p:nvPr/>
        </p:nvSpPr>
        <p:spPr>
          <a:xfrm>
            <a:off x="2422102" y="4953752"/>
            <a:ext cx="1105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[inflow, DOY]</a:t>
            </a:r>
            <a:endParaRPr lang="en-US" sz="1200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4B6B2D-30A4-5677-B1ED-59BBDC1C7980}"/>
              </a:ext>
            </a:extLst>
          </p:cNvPr>
          <p:cNvCxnSpPr>
            <a:cxnSpLocks/>
            <a:stCxn id="36" idx="0"/>
            <a:endCxn id="31" idx="2"/>
          </p:cNvCxnSpPr>
          <p:nvPr/>
        </p:nvCxnSpPr>
        <p:spPr>
          <a:xfrm flipV="1">
            <a:off x="2974818" y="4733971"/>
            <a:ext cx="0" cy="219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6E257E7-2477-882C-02C8-1588D86C6875}"/>
              </a:ext>
            </a:extLst>
          </p:cNvPr>
          <p:cNvSpPr txBox="1"/>
          <p:nvPr/>
        </p:nvSpPr>
        <p:spPr>
          <a:xfrm>
            <a:off x="2258339" y="2399096"/>
            <a:ext cx="126919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MODEL 1</a:t>
            </a:r>
          </a:p>
          <a:p>
            <a:pPr algn="ctr"/>
            <a:r>
              <a:rPr lang="en-US" sz="1200" dirty="0"/>
              <a:t>Standard LSTM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8672024-08BD-ADB4-94DE-5B346FF1DE6F}"/>
              </a:ext>
            </a:extLst>
          </p:cNvPr>
          <p:cNvSpPr/>
          <p:nvPr/>
        </p:nvSpPr>
        <p:spPr>
          <a:xfrm>
            <a:off x="4326378" y="4193051"/>
            <a:ext cx="1491296" cy="540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n-layer LSTM</a:t>
            </a:r>
            <a:endParaRPr lang="en-US" sz="12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0BE432A-2755-CFB9-5C5B-CF959B83C2D2}"/>
              </a:ext>
            </a:extLst>
          </p:cNvPr>
          <p:cNvSpPr/>
          <p:nvPr/>
        </p:nvSpPr>
        <p:spPr>
          <a:xfrm>
            <a:off x="4326378" y="3592246"/>
            <a:ext cx="1491296" cy="3582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Single-layer FF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DB10382-A884-5B53-5FDB-6229429A3190}"/>
              </a:ext>
            </a:extLst>
          </p:cNvPr>
          <p:cNvCxnSpPr>
            <a:cxnSpLocks/>
            <a:stCxn id="39" idx="0"/>
            <a:endCxn id="40" idx="2"/>
          </p:cNvCxnSpPr>
          <p:nvPr/>
        </p:nvCxnSpPr>
        <p:spPr>
          <a:xfrm flipV="1">
            <a:off x="5072026" y="3950538"/>
            <a:ext cx="0" cy="242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01876C6-7632-6A12-BA31-43D71FA911D9}"/>
              </a:ext>
            </a:extLst>
          </p:cNvPr>
          <p:cNvCxnSpPr>
            <a:cxnSpLocks/>
            <a:stCxn id="40" idx="0"/>
            <a:endCxn id="43" idx="2"/>
          </p:cNvCxnSpPr>
          <p:nvPr/>
        </p:nvCxnSpPr>
        <p:spPr>
          <a:xfrm flipH="1" flipV="1">
            <a:off x="5063301" y="3379727"/>
            <a:ext cx="8725" cy="212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5643F9B-729B-4621-B264-B4EE6F716D3F}"/>
              </a:ext>
            </a:extLst>
          </p:cNvPr>
          <p:cNvSpPr txBox="1"/>
          <p:nvPr/>
        </p:nvSpPr>
        <p:spPr>
          <a:xfrm>
            <a:off x="4308928" y="3102728"/>
            <a:ext cx="1508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[predicted release]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34B9F9-20D2-457F-4263-F6F32DE08C0A}"/>
              </a:ext>
            </a:extLst>
          </p:cNvPr>
          <p:cNvSpPr txBox="1"/>
          <p:nvPr/>
        </p:nvSpPr>
        <p:spPr>
          <a:xfrm>
            <a:off x="4519310" y="4929390"/>
            <a:ext cx="1105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[inflow, DOY]</a:t>
            </a:r>
            <a:endParaRPr lang="en-US" sz="12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E4A7DE9-502D-09F1-4825-208BBD8E6830}"/>
              </a:ext>
            </a:extLst>
          </p:cNvPr>
          <p:cNvCxnSpPr>
            <a:cxnSpLocks/>
            <a:stCxn id="44" idx="0"/>
            <a:endCxn id="39" idx="2"/>
          </p:cNvCxnSpPr>
          <p:nvPr/>
        </p:nvCxnSpPr>
        <p:spPr>
          <a:xfrm flipV="1">
            <a:off x="5072026" y="4733971"/>
            <a:ext cx="0" cy="195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515B7FB5-727E-810D-98A5-3AC7C6E6F6A3}"/>
              </a:ext>
            </a:extLst>
          </p:cNvPr>
          <p:cNvSpPr txBox="1"/>
          <p:nvPr/>
        </p:nvSpPr>
        <p:spPr>
          <a:xfrm>
            <a:off x="4264432" y="2368475"/>
            <a:ext cx="167039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MODEL 2</a:t>
            </a:r>
          </a:p>
          <a:p>
            <a:pPr algn="ctr"/>
            <a:r>
              <a:rPr lang="en-US" sz="1200"/>
              <a:t>Autoregressive LSTM</a:t>
            </a:r>
            <a:endParaRPr lang="en-US" sz="1200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1D07A76-4F84-AF28-2B76-0469C07C0C18}"/>
              </a:ext>
            </a:extLst>
          </p:cNvPr>
          <p:cNvCxnSpPr>
            <a:cxnSpLocks/>
            <a:stCxn id="43" idx="3"/>
            <a:endCxn id="39" idx="3"/>
          </p:cNvCxnSpPr>
          <p:nvPr/>
        </p:nvCxnSpPr>
        <p:spPr>
          <a:xfrm>
            <a:off x="5817674" y="3241228"/>
            <a:ext cx="12700" cy="1222283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4D0B2F1F-0EB6-D182-5608-D63898DAB094}"/>
              </a:ext>
            </a:extLst>
          </p:cNvPr>
          <p:cNvSpPr/>
          <p:nvPr/>
        </p:nvSpPr>
        <p:spPr>
          <a:xfrm>
            <a:off x="6437147" y="4193051"/>
            <a:ext cx="1491296" cy="540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n-layer LSTM</a:t>
            </a:r>
            <a:endParaRPr lang="en-US" sz="12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0412F4F-405C-524F-4F1E-734055AA252F}"/>
              </a:ext>
            </a:extLst>
          </p:cNvPr>
          <p:cNvSpPr/>
          <p:nvPr/>
        </p:nvSpPr>
        <p:spPr>
          <a:xfrm>
            <a:off x="6437147" y="3592246"/>
            <a:ext cx="1491296" cy="3582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Single-layer FF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9962154-1940-DAC2-C55B-4B9164185CA7}"/>
              </a:ext>
            </a:extLst>
          </p:cNvPr>
          <p:cNvCxnSpPr>
            <a:cxnSpLocks/>
            <a:stCxn id="48" idx="0"/>
            <a:endCxn id="49" idx="2"/>
          </p:cNvCxnSpPr>
          <p:nvPr/>
        </p:nvCxnSpPr>
        <p:spPr>
          <a:xfrm flipV="1">
            <a:off x="7182795" y="3950538"/>
            <a:ext cx="0" cy="242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F6B2527-2DBF-02DB-C5DB-4EADF96F6EA2}"/>
              </a:ext>
            </a:extLst>
          </p:cNvPr>
          <p:cNvCxnSpPr>
            <a:cxnSpLocks/>
            <a:stCxn id="49" idx="0"/>
            <a:endCxn id="52" idx="2"/>
          </p:cNvCxnSpPr>
          <p:nvPr/>
        </p:nvCxnSpPr>
        <p:spPr>
          <a:xfrm flipH="1" flipV="1">
            <a:off x="7174070" y="3382322"/>
            <a:ext cx="8725" cy="209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9C7CF45-C60A-BE04-9B1A-8E38433CE750}"/>
              </a:ext>
            </a:extLst>
          </p:cNvPr>
          <p:cNvSpPr txBox="1"/>
          <p:nvPr/>
        </p:nvSpPr>
        <p:spPr>
          <a:xfrm>
            <a:off x="6419697" y="3105323"/>
            <a:ext cx="1508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[predicted release]</a:t>
            </a:r>
            <a:endParaRPr lang="en-US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0BC126-E33F-9922-C223-205E53675AD8}"/>
              </a:ext>
            </a:extLst>
          </p:cNvPr>
          <p:cNvSpPr txBox="1"/>
          <p:nvPr/>
        </p:nvSpPr>
        <p:spPr>
          <a:xfrm>
            <a:off x="6630079" y="4878391"/>
            <a:ext cx="1105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[inflow, DOY]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408C0DC-29BB-E8DF-7E7C-3068EAE06217}"/>
              </a:ext>
            </a:extLst>
          </p:cNvPr>
          <p:cNvCxnSpPr>
            <a:cxnSpLocks/>
            <a:stCxn id="53" idx="0"/>
            <a:endCxn id="48" idx="2"/>
          </p:cNvCxnSpPr>
          <p:nvPr/>
        </p:nvCxnSpPr>
        <p:spPr>
          <a:xfrm flipV="1">
            <a:off x="7182795" y="4733971"/>
            <a:ext cx="0" cy="144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68DC0FF-6531-B687-91ED-0CDD1D754E07}"/>
              </a:ext>
            </a:extLst>
          </p:cNvPr>
          <p:cNvSpPr txBox="1"/>
          <p:nvPr/>
        </p:nvSpPr>
        <p:spPr>
          <a:xfrm>
            <a:off x="6177457" y="2368475"/>
            <a:ext cx="20658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MODEL 3</a:t>
            </a:r>
          </a:p>
          <a:p>
            <a:pPr algn="ctr"/>
            <a:r>
              <a:rPr lang="en-US" sz="1200"/>
              <a:t>LSTM with Implied Storage</a:t>
            </a:r>
            <a:endParaRPr lang="en-US" sz="1200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66093733-BEFC-A1F0-AE61-29F41C410271}"/>
              </a:ext>
            </a:extLst>
          </p:cNvPr>
          <p:cNvCxnSpPr>
            <a:cxnSpLocks/>
            <a:stCxn id="52" idx="3"/>
            <a:endCxn id="57" idx="0"/>
          </p:cNvCxnSpPr>
          <p:nvPr/>
        </p:nvCxnSpPr>
        <p:spPr>
          <a:xfrm>
            <a:off x="7928443" y="3243823"/>
            <a:ext cx="1463481" cy="8965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3053513-DEE4-7CC5-8BBF-9EBD9ECAA846}"/>
              </a:ext>
            </a:extLst>
          </p:cNvPr>
          <p:cNvSpPr txBox="1"/>
          <p:nvPr/>
        </p:nvSpPr>
        <p:spPr>
          <a:xfrm>
            <a:off x="8487236" y="4140345"/>
            <a:ext cx="1809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storage</a:t>
            </a:r>
            <a:r>
              <a:rPr lang="en-US" sz="1200" i="0" baseline="-25000">
                <a:latin typeface="+mj-lt"/>
              </a:rPr>
              <a:t>i</a:t>
            </a:r>
            <a:r>
              <a:rPr lang="en-US" sz="1200"/>
              <a:t> = </a:t>
            </a:r>
          </a:p>
          <a:p>
            <a:r>
              <a:rPr lang="en-US" sz="1200"/>
              <a:t>storage</a:t>
            </a:r>
            <a:r>
              <a:rPr lang="en-US" sz="1200" baseline="-25000"/>
              <a:t>i-1 </a:t>
            </a:r>
            <a:r>
              <a:rPr lang="en-US" sz="1200"/>
              <a:t>– release</a:t>
            </a:r>
            <a:r>
              <a:rPr lang="en-US" sz="1200" baseline="-25000"/>
              <a:t>i </a:t>
            </a:r>
            <a:r>
              <a:rPr lang="en-US" sz="1200"/>
              <a:t>+ inflow</a:t>
            </a:r>
            <a:r>
              <a:rPr lang="en-US" sz="1200" baseline="-25000"/>
              <a:t>i</a:t>
            </a:r>
            <a:endParaRPr lang="en-US" sz="1200" baseline="-25000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8FBA0BD-5FB1-9871-23D5-1903FFC04B81}"/>
              </a:ext>
            </a:extLst>
          </p:cNvPr>
          <p:cNvCxnSpPr>
            <a:cxnSpLocks/>
            <a:stCxn id="57" idx="1"/>
            <a:endCxn id="48" idx="3"/>
          </p:cNvCxnSpPr>
          <p:nvPr/>
        </p:nvCxnSpPr>
        <p:spPr>
          <a:xfrm flipH="1">
            <a:off x="7928443" y="4463511"/>
            <a:ext cx="5587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0886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60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Chen</dc:creator>
  <cp:lastModifiedBy>Matthew Chen</cp:lastModifiedBy>
  <cp:revision>1</cp:revision>
  <dcterms:created xsi:type="dcterms:W3CDTF">2024-02-28T23:07:41Z</dcterms:created>
  <dcterms:modified xsi:type="dcterms:W3CDTF">2024-02-28T23:10:58Z</dcterms:modified>
</cp:coreProperties>
</file>