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8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261D-F154-AC87-DA5A-EC1E968B4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AA658-4C5A-2AF5-DB2A-AC84D056D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FAA-92D1-7408-5CC4-F80C41B7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B57B-7A8A-0BE7-BB11-68957141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2BCC4-03DE-27B1-835A-2542AB1B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2495-224B-9EAD-FEB4-691D521E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BF2C-BCF6-0FBC-4594-09DAB3965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39F21-E0CE-BDCC-72E0-95DEEB03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28B2E-A431-1006-F021-CA62C775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857A5-0E35-689B-7115-A2CB8A4D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08D1-96A9-513E-E31F-283182DF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35E6-F379-3925-018A-295C92FD8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67BCB-7BBF-24BB-FFD9-304A0DE0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AC597-5D16-A495-D8A1-447F7F92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50457-7369-D837-8304-A70532C7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7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D0E2-52F3-DD48-24F3-C198283B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712B8-786A-9098-D933-3F9A2CEF0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AC849-D5E4-7E95-F7D3-AAE93A1F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6541A-20AE-37EE-6ABC-ADFDEF78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07A43-E3F7-3C13-9217-6BAD102C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3BBF0-B0A6-3B4C-43E9-3921D4C4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7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1EB1-AA5C-8C48-12A3-426C55C4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057E8-A484-2E74-AA66-5F08F336E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57748-099F-A5AC-BFD9-C183B2F1D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C385-330F-C08E-E3D8-0C4A2BB8B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C5F33-8C3A-DC60-828B-301848EA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C191B-C165-D55B-BF2B-4E61B04D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402B2-34BD-67B9-105D-F6CAE44D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DC9C-2891-4AEC-3DCB-184D7372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3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440D-99AF-D79A-CF14-EFBB3644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074C5-C0C3-E8BF-3D47-57327160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4F23C-B0B1-593D-D8E0-D31EFF9E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130B7-6401-F0BA-8570-FA475FC5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2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38307-3D85-441C-3FEC-8FBF3C38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BA9FA-CD42-7CDA-60A3-D37BD8EC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764AB-F30A-B7B1-1169-7CD6B68B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3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AC71-0EA6-CDA4-742B-470FC99E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AA496-630E-93A3-3282-F4A7BC8F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B5CD0-A962-8B46-904D-099CF0FE1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F7617-1869-64B3-7B26-F19FCEFD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4FACA-8B4A-127A-D863-6D517CD2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BB664-4F67-4A1A-6657-CB96D577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6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1A86-B5CB-E525-FDBB-175EBF68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25516-E5FD-4549-400F-FB424911C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78C1-722E-155B-5CCC-15FA97A50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8909F-BC36-9828-028F-857C0987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1428-AA3B-EB91-C9E1-806BEE37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F005C-0401-881B-5D07-2F929CAE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9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3036-F8B7-BE6D-9061-F7AAB1DD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22405-534B-A0D9-4E50-C80F2BBAD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1398-CD58-4D53-6013-1BFE0AAA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AD3B-16EE-C1B9-1801-53928E08C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D002C-8ACE-C26D-E12F-0559E9E7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2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BECAB-E7F6-8BEF-CA66-655F45F96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D3622-D6B9-757F-3475-FB8B472BB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1982B-6D96-8674-D2BB-0E83593F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4B7CA-8DED-6BB3-C275-31BB8C03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564B-C823-72C1-F2A9-3B9BC05F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7BEBC-EF03-F0AE-7AB2-9C57EC69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A0A28-9846-9721-79BE-6A5837BEA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8EC0D-DDFE-8683-B818-ED58CB218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B7D7B-3DC6-4E17-8D75-EDA7E0961AEB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577E-BA6F-73E3-2D23-FD3F46BFF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EAADE-A5A5-4A6D-5908-88A74FB3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2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B7A57DA-E6AB-8CED-F69C-6DDDDC139188}"/>
              </a:ext>
            </a:extLst>
          </p:cNvPr>
          <p:cNvSpPr/>
          <p:nvPr/>
        </p:nvSpPr>
        <p:spPr>
          <a:xfrm>
            <a:off x="2229170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53804-3D54-AB32-023A-BFC0D8809017}"/>
              </a:ext>
            </a:extLst>
          </p:cNvPr>
          <p:cNvSpPr/>
          <p:nvPr/>
        </p:nvSpPr>
        <p:spPr>
          <a:xfrm>
            <a:off x="2229170" y="359224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8844D2-A1A5-CF8C-33CC-E8A046EDBBA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2974818" y="3950538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7A6BA0-4202-0811-351B-150A4D48445B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2974818" y="3409618"/>
            <a:ext cx="0" cy="182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7B5CA8-AAC7-73B8-25E8-0E3E96171273}"/>
              </a:ext>
            </a:extLst>
          </p:cNvPr>
          <p:cNvSpPr txBox="1"/>
          <p:nvPr/>
        </p:nvSpPr>
        <p:spPr>
          <a:xfrm>
            <a:off x="2220445" y="3132619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FB6A9-08CB-0736-1ED3-606B1FD8548B}"/>
              </a:ext>
            </a:extLst>
          </p:cNvPr>
          <p:cNvSpPr txBox="1"/>
          <p:nvPr/>
        </p:nvSpPr>
        <p:spPr>
          <a:xfrm>
            <a:off x="2422102" y="4953752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[inflow, DOY]</a:t>
            </a:r>
            <a:endParaRPr lang="en-US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4B6B2D-30A4-5677-B1ED-59BBDC1C7980}"/>
              </a:ext>
            </a:extLst>
          </p:cNvPr>
          <p:cNvCxnSpPr>
            <a:cxnSpLocks/>
            <a:stCxn id="36" idx="0"/>
            <a:endCxn id="31" idx="2"/>
          </p:cNvCxnSpPr>
          <p:nvPr/>
        </p:nvCxnSpPr>
        <p:spPr>
          <a:xfrm flipV="1">
            <a:off x="2974818" y="4733971"/>
            <a:ext cx="0" cy="219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E257E7-2477-882C-02C8-1588D86C6875}"/>
              </a:ext>
            </a:extLst>
          </p:cNvPr>
          <p:cNvSpPr txBox="1"/>
          <p:nvPr/>
        </p:nvSpPr>
        <p:spPr>
          <a:xfrm>
            <a:off x="2258339" y="2399096"/>
            <a:ext cx="12691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MODEL 1</a:t>
            </a:r>
          </a:p>
          <a:p>
            <a:pPr algn="ctr"/>
            <a:r>
              <a:rPr lang="en-US" sz="1200" dirty="0"/>
              <a:t>Standard LSTM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672024-08BD-ADB4-94DE-5B346FF1DE6F}"/>
              </a:ext>
            </a:extLst>
          </p:cNvPr>
          <p:cNvSpPr/>
          <p:nvPr/>
        </p:nvSpPr>
        <p:spPr>
          <a:xfrm>
            <a:off x="4326378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BE432A-2755-CFB9-5C5B-CF959B83C2D2}"/>
              </a:ext>
            </a:extLst>
          </p:cNvPr>
          <p:cNvSpPr/>
          <p:nvPr/>
        </p:nvSpPr>
        <p:spPr>
          <a:xfrm>
            <a:off x="4326378" y="359224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10382-A884-5B53-5FDB-6229429A3190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5072026" y="3950538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1876C6-7632-6A12-BA31-43D71FA911D9}"/>
              </a:ext>
            </a:extLst>
          </p:cNvPr>
          <p:cNvCxnSpPr>
            <a:cxnSpLocks/>
            <a:stCxn id="40" idx="0"/>
            <a:endCxn id="43" idx="2"/>
          </p:cNvCxnSpPr>
          <p:nvPr/>
        </p:nvCxnSpPr>
        <p:spPr>
          <a:xfrm flipH="1" flipV="1">
            <a:off x="5063301" y="3379727"/>
            <a:ext cx="8725" cy="212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643F9B-729B-4621-B264-B4EE6F716D3F}"/>
              </a:ext>
            </a:extLst>
          </p:cNvPr>
          <p:cNvSpPr txBox="1"/>
          <p:nvPr/>
        </p:nvSpPr>
        <p:spPr>
          <a:xfrm>
            <a:off x="4308928" y="3102728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34B9F9-20D2-457F-4263-F6F32DE08C0A}"/>
              </a:ext>
            </a:extLst>
          </p:cNvPr>
          <p:cNvSpPr txBox="1"/>
          <p:nvPr/>
        </p:nvSpPr>
        <p:spPr>
          <a:xfrm>
            <a:off x="4519310" y="4929390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[inflow, DOY]</a:t>
            </a:r>
            <a:endParaRPr lang="en-US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4A7DE9-502D-09F1-4825-208BBD8E6830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5072026" y="4733971"/>
            <a:ext cx="0" cy="195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5B7FB5-727E-810D-98A5-3AC7C6E6F6A3}"/>
              </a:ext>
            </a:extLst>
          </p:cNvPr>
          <p:cNvSpPr txBox="1"/>
          <p:nvPr/>
        </p:nvSpPr>
        <p:spPr>
          <a:xfrm>
            <a:off x="4264432" y="2368475"/>
            <a:ext cx="16703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MODEL 2</a:t>
            </a:r>
          </a:p>
          <a:p>
            <a:pPr algn="ctr"/>
            <a:r>
              <a:rPr lang="en-US" sz="1200"/>
              <a:t>Autoregressive LSTM</a:t>
            </a:r>
            <a:endParaRPr lang="en-US" sz="12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1D07A76-4F84-AF28-2B76-0469C07C0C18}"/>
              </a:ext>
            </a:extLst>
          </p:cNvPr>
          <p:cNvCxnSpPr>
            <a:cxnSpLocks/>
            <a:stCxn id="43" idx="3"/>
            <a:endCxn id="39" idx="3"/>
          </p:cNvCxnSpPr>
          <p:nvPr/>
        </p:nvCxnSpPr>
        <p:spPr>
          <a:xfrm>
            <a:off x="5817674" y="3241228"/>
            <a:ext cx="12700" cy="122228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D0B2F1F-0EB6-D182-5608-D63898DAB094}"/>
              </a:ext>
            </a:extLst>
          </p:cNvPr>
          <p:cNvSpPr/>
          <p:nvPr/>
        </p:nvSpPr>
        <p:spPr>
          <a:xfrm>
            <a:off x="6437147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412F4F-405C-524F-4F1E-734055AA252F}"/>
              </a:ext>
            </a:extLst>
          </p:cNvPr>
          <p:cNvSpPr/>
          <p:nvPr/>
        </p:nvSpPr>
        <p:spPr>
          <a:xfrm>
            <a:off x="6437147" y="359224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962154-1940-DAC2-C55B-4B9164185CA7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7182795" y="3950538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6B2527-2DBF-02DB-C5DB-4EADF96F6EA2}"/>
              </a:ext>
            </a:extLst>
          </p:cNvPr>
          <p:cNvCxnSpPr>
            <a:cxnSpLocks/>
            <a:stCxn id="49" idx="0"/>
            <a:endCxn id="52" idx="2"/>
          </p:cNvCxnSpPr>
          <p:nvPr/>
        </p:nvCxnSpPr>
        <p:spPr>
          <a:xfrm flipH="1" flipV="1">
            <a:off x="7174070" y="3382322"/>
            <a:ext cx="8725" cy="209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9C7CF45-C60A-BE04-9B1A-8E38433CE750}"/>
              </a:ext>
            </a:extLst>
          </p:cNvPr>
          <p:cNvSpPr txBox="1"/>
          <p:nvPr/>
        </p:nvSpPr>
        <p:spPr>
          <a:xfrm>
            <a:off x="6419697" y="3105323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[predicted release]</a:t>
            </a: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0BC126-E33F-9922-C223-205E53675AD8}"/>
              </a:ext>
            </a:extLst>
          </p:cNvPr>
          <p:cNvSpPr txBox="1"/>
          <p:nvPr/>
        </p:nvSpPr>
        <p:spPr>
          <a:xfrm>
            <a:off x="6630079" y="4878391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[inflow, DOY]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408C0DC-29BB-E8DF-7E7C-3068EAE06217}"/>
              </a:ext>
            </a:extLst>
          </p:cNvPr>
          <p:cNvCxnSpPr>
            <a:cxnSpLocks/>
            <a:stCxn id="53" idx="0"/>
            <a:endCxn id="48" idx="2"/>
          </p:cNvCxnSpPr>
          <p:nvPr/>
        </p:nvCxnSpPr>
        <p:spPr>
          <a:xfrm flipV="1">
            <a:off x="7182795" y="4733971"/>
            <a:ext cx="0" cy="14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68DC0FF-6531-B687-91ED-0CDD1D754E07}"/>
              </a:ext>
            </a:extLst>
          </p:cNvPr>
          <p:cNvSpPr txBox="1"/>
          <p:nvPr/>
        </p:nvSpPr>
        <p:spPr>
          <a:xfrm>
            <a:off x="6177457" y="2368475"/>
            <a:ext cx="20658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MODEL 3</a:t>
            </a:r>
          </a:p>
          <a:p>
            <a:pPr algn="ctr"/>
            <a:r>
              <a:rPr lang="en-US" sz="1200"/>
              <a:t>LSTM with Implied Storage</a:t>
            </a:r>
            <a:endParaRPr lang="en-US" sz="1200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093733-BEFC-A1F0-AE61-29F41C410271}"/>
              </a:ext>
            </a:extLst>
          </p:cNvPr>
          <p:cNvCxnSpPr>
            <a:cxnSpLocks/>
            <a:stCxn id="52" idx="3"/>
            <a:endCxn id="57" idx="0"/>
          </p:cNvCxnSpPr>
          <p:nvPr/>
        </p:nvCxnSpPr>
        <p:spPr>
          <a:xfrm>
            <a:off x="7928443" y="3243823"/>
            <a:ext cx="1463481" cy="8965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3053513-DEE4-7CC5-8BBF-9EBD9ECAA846}"/>
              </a:ext>
            </a:extLst>
          </p:cNvPr>
          <p:cNvSpPr txBox="1"/>
          <p:nvPr/>
        </p:nvSpPr>
        <p:spPr>
          <a:xfrm>
            <a:off x="8487236" y="4140345"/>
            <a:ext cx="180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storage</a:t>
            </a:r>
            <a:r>
              <a:rPr lang="en-US" sz="1200" i="0" baseline="-25000" dirty="0" err="1">
                <a:latin typeface="+mj-lt"/>
              </a:rPr>
              <a:t>i</a:t>
            </a:r>
            <a:r>
              <a:rPr lang="en-US" sz="1200" dirty="0"/>
              <a:t> = </a:t>
            </a:r>
          </a:p>
          <a:p>
            <a:r>
              <a:rPr lang="en-US" sz="1200" dirty="0"/>
              <a:t>storage</a:t>
            </a:r>
            <a:r>
              <a:rPr lang="en-US" sz="1200" baseline="-25000" dirty="0"/>
              <a:t>i-1 </a:t>
            </a:r>
            <a:r>
              <a:rPr lang="en-US" sz="1200" dirty="0"/>
              <a:t>– release</a:t>
            </a:r>
            <a:r>
              <a:rPr lang="en-US" sz="1200" baseline="-25000" dirty="0"/>
              <a:t>i-1 </a:t>
            </a:r>
            <a:r>
              <a:rPr lang="en-US" sz="1200" dirty="0"/>
              <a:t>+ </a:t>
            </a:r>
            <a:r>
              <a:rPr lang="en-US" sz="1200" dirty="0" err="1"/>
              <a:t>inflow</a:t>
            </a:r>
            <a:r>
              <a:rPr lang="en-US" sz="1200" baseline="-25000" dirty="0" err="1"/>
              <a:t>i</a:t>
            </a:r>
            <a:endParaRPr lang="en-US" sz="1200" baseline="-250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8FBA0BD-5FB1-9871-23D5-1903FFC04B81}"/>
              </a:ext>
            </a:extLst>
          </p:cNvPr>
          <p:cNvCxnSpPr>
            <a:cxnSpLocks/>
            <a:stCxn id="57" idx="1"/>
            <a:endCxn id="48" idx="3"/>
          </p:cNvCxnSpPr>
          <p:nvPr/>
        </p:nvCxnSpPr>
        <p:spPr>
          <a:xfrm flipH="1">
            <a:off x="7928443" y="4463511"/>
            <a:ext cx="558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8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B7A57DA-E6AB-8CED-F69C-6DDDDC139188}"/>
              </a:ext>
            </a:extLst>
          </p:cNvPr>
          <p:cNvSpPr/>
          <p:nvPr/>
        </p:nvSpPr>
        <p:spPr>
          <a:xfrm>
            <a:off x="849241" y="4108830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53804-3D54-AB32-023A-BFC0D8809017}"/>
              </a:ext>
            </a:extLst>
          </p:cNvPr>
          <p:cNvSpPr/>
          <p:nvPr/>
        </p:nvSpPr>
        <p:spPr>
          <a:xfrm>
            <a:off x="849241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8844D2-A1A5-CF8C-33CC-E8A046EDBBA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1594889" y="3866317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7A6BA0-4202-0811-351B-150A4D48445B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1594889" y="3325397"/>
            <a:ext cx="0" cy="182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7B5CA8-AAC7-73B8-25E8-0E3E96171273}"/>
              </a:ext>
            </a:extLst>
          </p:cNvPr>
          <p:cNvSpPr txBox="1"/>
          <p:nvPr/>
        </p:nvSpPr>
        <p:spPr>
          <a:xfrm>
            <a:off x="840516" y="3048398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FB6A9-08CB-0736-1ED3-606B1FD8548B}"/>
              </a:ext>
            </a:extLst>
          </p:cNvPr>
          <p:cNvSpPr txBox="1"/>
          <p:nvPr/>
        </p:nvSpPr>
        <p:spPr>
          <a:xfrm>
            <a:off x="1042173" y="4869531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[inflow, DOY]</a:t>
            </a:r>
            <a:endParaRPr lang="en-US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4B6B2D-30A4-5677-B1ED-59BBDC1C7980}"/>
              </a:ext>
            </a:extLst>
          </p:cNvPr>
          <p:cNvCxnSpPr>
            <a:cxnSpLocks/>
            <a:stCxn id="36" idx="0"/>
            <a:endCxn id="31" idx="2"/>
          </p:cNvCxnSpPr>
          <p:nvPr/>
        </p:nvCxnSpPr>
        <p:spPr>
          <a:xfrm flipV="1">
            <a:off x="1594889" y="4649750"/>
            <a:ext cx="0" cy="219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E257E7-2477-882C-02C8-1588D86C6875}"/>
              </a:ext>
            </a:extLst>
          </p:cNvPr>
          <p:cNvSpPr txBox="1"/>
          <p:nvPr/>
        </p:nvSpPr>
        <p:spPr>
          <a:xfrm>
            <a:off x="871077" y="2277976"/>
            <a:ext cx="12691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MODEL 1</a:t>
            </a:r>
          </a:p>
          <a:p>
            <a:pPr algn="ctr"/>
            <a:r>
              <a:rPr lang="en-US" sz="1200" dirty="0"/>
              <a:t>Standard LSTM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672024-08BD-ADB4-94DE-5B346FF1DE6F}"/>
              </a:ext>
            </a:extLst>
          </p:cNvPr>
          <p:cNvSpPr/>
          <p:nvPr/>
        </p:nvSpPr>
        <p:spPr>
          <a:xfrm>
            <a:off x="2946449" y="4108830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BE432A-2755-CFB9-5C5B-CF959B83C2D2}"/>
              </a:ext>
            </a:extLst>
          </p:cNvPr>
          <p:cNvSpPr/>
          <p:nvPr/>
        </p:nvSpPr>
        <p:spPr>
          <a:xfrm>
            <a:off x="2946449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10382-A884-5B53-5FDB-6229429A3190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3692097" y="3866317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1876C6-7632-6A12-BA31-43D71FA911D9}"/>
              </a:ext>
            </a:extLst>
          </p:cNvPr>
          <p:cNvCxnSpPr>
            <a:cxnSpLocks/>
            <a:stCxn id="40" idx="0"/>
            <a:endCxn id="43" idx="2"/>
          </p:cNvCxnSpPr>
          <p:nvPr/>
        </p:nvCxnSpPr>
        <p:spPr>
          <a:xfrm flipH="1" flipV="1">
            <a:off x="3692096" y="3325396"/>
            <a:ext cx="1" cy="182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643F9B-729B-4621-B264-B4EE6F716D3F}"/>
              </a:ext>
            </a:extLst>
          </p:cNvPr>
          <p:cNvSpPr txBox="1"/>
          <p:nvPr/>
        </p:nvSpPr>
        <p:spPr>
          <a:xfrm>
            <a:off x="2937723" y="3048397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34B9F9-20D2-457F-4263-F6F32DE08C0A}"/>
              </a:ext>
            </a:extLst>
          </p:cNvPr>
          <p:cNvSpPr txBox="1"/>
          <p:nvPr/>
        </p:nvSpPr>
        <p:spPr>
          <a:xfrm>
            <a:off x="3139381" y="4845169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[inflow, DOY]</a:t>
            </a:r>
            <a:endParaRPr lang="en-US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4A7DE9-502D-09F1-4825-208BBD8E6830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3692097" y="4649750"/>
            <a:ext cx="0" cy="195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5B7FB5-727E-810D-98A5-3AC7C6E6F6A3}"/>
              </a:ext>
            </a:extLst>
          </p:cNvPr>
          <p:cNvSpPr txBox="1"/>
          <p:nvPr/>
        </p:nvSpPr>
        <p:spPr>
          <a:xfrm>
            <a:off x="2884503" y="2284254"/>
            <a:ext cx="16703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MODEL 2</a:t>
            </a:r>
          </a:p>
          <a:p>
            <a:pPr algn="ctr"/>
            <a:r>
              <a:rPr lang="en-US" sz="1200"/>
              <a:t>Autoregressive LSTM</a:t>
            </a:r>
            <a:endParaRPr lang="en-US" sz="12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1D07A76-4F84-AF28-2B76-0469C07C0C18}"/>
              </a:ext>
            </a:extLst>
          </p:cNvPr>
          <p:cNvCxnSpPr>
            <a:cxnSpLocks/>
            <a:stCxn id="43" idx="3"/>
            <a:endCxn id="39" idx="3"/>
          </p:cNvCxnSpPr>
          <p:nvPr/>
        </p:nvCxnSpPr>
        <p:spPr>
          <a:xfrm flipH="1">
            <a:off x="4437745" y="3186897"/>
            <a:ext cx="8724" cy="1192393"/>
          </a:xfrm>
          <a:prstGeom prst="bentConnector3">
            <a:avLst>
              <a:gd name="adj1" fmla="val -26203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D0B2F1F-0EB6-D182-5608-D63898DAB094}"/>
              </a:ext>
            </a:extLst>
          </p:cNvPr>
          <p:cNvSpPr/>
          <p:nvPr/>
        </p:nvSpPr>
        <p:spPr>
          <a:xfrm>
            <a:off x="5300456" y="4108830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412F4F-405C-524F-4F1E-734055AA252F}"/>
              </a:ext>
            </a:extLst>
          </p:cNvPr>
          <p:cNvSpPr/>
          <p:nvPr/>
        </p:nvSpPr>
        <p:spPr>
          <a:xfrm>
            <a:off x="5300456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962154-1940-DAC2-C55B-4B9164185CA7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6046104" y="3866317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6B2527-2DBF-02DB-C5DB-4EADF96F6EA2}"/>
              </a:ext>
            </a:extLst>
          </p:cNvPr>
          <p:cNvCxnSpPr>
            <a:cxnSpLocks/>
            <a:stCxn id="49" idx="0"/>
            <a:endCxn id="52" idx="2"/>
          </p:cNvCxnSpPr>
          <p:nvPr/>
        </p:nvCxnSpPr>
        <p:spPr>
          <a:xfrm flipH="1" flipV="1">
            <a:off x="6046103" y="3325396"/>
            <a:ext cx="1" cy="182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9C7CF45-C60A-BE04-9B1A-8E38433CE750}"/>
              </a:ext>
            </a:extLst>
          </p:cNvPr>
          <p:cNvSpPr txBox="1"/>
          <p:nvPr/>
        </p:nvSpPr>
        <p:spPr>
          <a:xfrm>
            <a:off x="5291730" y="3048397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0BC126-E33F-9922-C223-205E53675AD8}"/>
              </a:ext>
            </a:extLst>
          </p:cNvPr>
          <p:cNvSpPr txBox="1"/>
          <p:nvPr/>
        </p:nvSpPr>
        <p:spPr>
          <a:xfrm>
            <a:off x="5493388" y="4794170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[inflow, DOY]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408C0DC-29BB-E8DF-7E7C-3068EAE06217}"/>
              </a:ext>
            </a:extLst>
          </p:cNvPr>
          <p:cNvCxnSpPr>
            <a:cxnSpLocks/>
            <a:stCxn id="53" idx="0"/>
            <a:endCxn id="48" idx="2"/>
          </p:cNvCxnSpPr>
          <p:nvPr/>
        </p:nvCxnSpPr>
        <p:spPr>
          <a:xfrm flipV="1">
            <a:off x="6046104" y="4649750"/>
            <a:ext cx="0" cy="14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68DC0FF-6531-B687-91ED-0CDD1D754E07}"/>
              </a:ext>
            </a:extLst>
          </p:cNvPr>
          <p:cNvSpPr txBox="1"/>
          <p:nvPr/>
        </p:nvSpPr>
        <p:spPr>
          <a:xfrm>
            <a:off x="5233578" y="2277976"/>
            <a:ext cx="23179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MODEL 3</a:t>
            </a:r>
          </a:p>
          <a:p>
            <a:pPr algn="ctr"/>
            <a:r>
              <a:rPr lang="en-US" sz="1200" dirty="0"/>
              <a:t>LSTM with Accumulated Storage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093733-BEFC-A1F0-AE61-29F41C410271}"/>
              </a:ext>
            </a:extLst>
          </p:cNvPr>
          <p:cNvCxnSpPr>
            <a:cxnSpLocks/>
            <a:stCxn id="52" idx="3"/>
            <a:endCxn id="57" idx="0"/>
          </p:cNvCxnSpPr>
          <p:nvPr/>
        </p:nvCxnSpPr>
        <p:spPr>
          <a:xfrm>
            <a:off x="6800476" y="3186897"/>
            <a:ext cx="1001203" cy="8692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3053513-DEE4-7CC5-8BBF-9EBD9ECAA846}"/>
              </a:ext>
            </a:extLst>
          </p:cNvPr>
          <p:cNvSpPr txBox="1"/>
          <p:nvPr/>
        </p:nvSpPr>
        <p:spPr>
          <a:xfrm>
            <a:off x="7025693" y="4056124"/>
            <a:ext cx="15519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storage</a:t>
            </a:r>
            <a:r>
              <a:rPr lang="en-US" sz="1200" i="0" baseline="-25000" dirty="0" err="1">
                <a:latin typeface="+mj-lt"/>
              </a:rPr>
              <a:t>i</a:t>
            </a:r>
            <a:r>
              <a:rPr lang="en-US" sz="1200" dirty="0"/>
              <a:t> = </a:t>
            </a:r>
          </a:p>
          <a:p>
            <a:r>
              <a:rPr lang="en-US" sz="1200" dirty="0"/>
              <a:t>storage</a:t>
            </a:r>
            <a:r>
              <a:rPr lang="en-US" sz="1200" baseline="-25000" dirty="0"/>
              <a:t>i-1 </a:t>
            </a:r>
            <a:r>
              <a:rPr lang="en-US" sz="1200" dirty="0"/>
              <a:t>– release</a:t>
            </a:r>
            <a:r>
              <a:rPr lang="en-US" sz="1200" baseline="-25000" dirty="0"/>
              <a:t>i-1 </a:t>
            </a:r>
            <a:r>
              <a:rPr lang="en-US" sz="1200" dirty="0"/>
              <a:t>+ </a:t>
            </a:r>
            <a:r>
              <a:rPr lang="en-US" sz="1200" dirty="0" err="1"/>
              <a:t>inflow</a:t>
            </a:r>
            <a:r>
              <a:rPr lang="en-US" sz="1200" baseline="-25000" dirty="0" err="1"/>
              <a:t>i</a:t>
            </a:r>
            <a:endParaRPr lang="en-US" sz="1200" baseline="-250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8FBA0BD-5FB1-9871-23D5-1903FFC04B81}"/>
              </a:ext>
            </a:extLst>
          </p:cNvPr>
          <p:cNvCxnSpPr>
            <a:cxnSpLocks/>
            <a:stCxn id="57" idx="1"/>
            <a:endCxn id="48" idx="3"/>
          </p:cNvCxnSpPr>
          <p:nvPr/>
        </p:nvCxnSpPr>
        <p:spPr>
          <a:xfrm flipH="1">
            <a:off x="6791752" y="4379290"/>
            <a:ext cx="233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57FF325-A1DE-9571-5FB4-9A0C39261F7E}"/>
              </a:ext>
            </a:extLst>
          </p:cNvPr>
          <p:cNvSpPr/>
          <p:nvPr/>
        </p:nvSpPr>
        <p:spPr>
          <a:xfrm>
            <a:off x="8710039" y="3508025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D6FA2D-2564-C120-1B94-6BB191F7E081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flipV="1">
            <a:off x="9455687" y="3328094"/>
            <a:ext cx="0" cy="179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CEB21E-B210-BD43-2DA8-59656357A5B8}"/>
              </a:ext>
            </a:extLst>
          </p:cNvPr>
          <p:cNvSpPr txBox="1"/>
          <p:nvPr/>
        </p:nvSpPr>
        <p:spPr>
          <a:xfrm>
            <a:off x="8701314" y="3051095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33867-697F-EA7D-0FCD-386918C79E85}"/>
              </a:ext>
            </a:extLst>
          </p:cNvPr>
          <p:cNvSpPr txBox="1"/>
          <p:nvPr/>
        </p:nvSpPr>
        <p:spPr>
          <a:xfrm>
            <a:off x="8709587" y="4794170"/>
            <a:ext cx="1105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[inflow, DOY]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80EC9D-4462-D7B5-5BF3-94984CADCC1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262303" y="3866317"/>
            <a:ext cx="0" cy="927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931B6E-8DDC-2AD1-A973-0560DA2729EB}"/>
              </a:ext>
            </a:extLst>
          </p:cNvPr>
          <p:cNvSpPr txBox="1"/>
          <p:nvPr/>
        </p:nvSpPr>
        <p:spPr>
          <a:xfrm>
            <a:off x="8552776" y="2285784"/>
            <a:ext cx="22728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MODEL 4</a:t>
            </a:r>
          </a:p>
          <a:p>
            <a:pPr algn="ctr"/>
            <a:r>
              <a:rPr lang="en-US" sz="1200" dirty="0"/>
              <a:t>RNN with Accumulated Storage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C07031D-E5D9-D43E-41EF-8FC12CFA61D6}"/>
              </a:ext>
            </a:extLst>
          </p:cNvPr>
          <p:cNvCxnSpPr>
            <a:cxnSpLocks/>
            <a:stCxn id="10" idx="3"/>
            <a:endCxn id="15" idx="0"/>
          </p:cNvCxnSpPr>
          <p:nvPr/>
        </p:nvCxnSpPr>
        <p:spPr>
          <a:xfrm>
            <a:off x="10210060" y="3189595"/>
            <a:ext cx="255103" cy="886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F88AE8-5B45-6A29-B30E-C242C5E10A4D}"/>
              </a:ext>
            </a:extLst>
          </p:cNvPr>
          <p:cNvSpPr txBox="1"/>
          <p:nvPr/>
        </p:nvSpPr>
        <p:spPr>
          <a:xfrm>
            <a:off x="9689177" y="4076241"/>
            <a:ext cx="15519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storage</a:t>
            </a:r>
            <a:r>
              <a:rPr lang="en-US" sz="1200" i="0" baseline="-25000" dirty="0" err="1">
                <a:latin typeface="+mj-lt"/>
              </a:rPr>
              <a:t>i</a:t>
            </a:r>
            <a:r>
              <a:rPr lang="en-US" sz="1200" dirty="0"/>
              <a:t> = </a:t>
            </a:r>
          </a:p>
          <a:p>
            <a:r>
              <a:rPr lang="en-US" sz="1200" dirty="0"/>
              <a:t>storage</a:t>
            </a:r>
            <a:r>
              <a:rPr lang="en-US" sz="1200" baseline="-25000" dirty="0"/>
              <a:t>i-1 </a:t>
            </a:r>
            <a:r>
              <a:rPr lang="en-US" sz="1200" dirty="0"/>
              <a:t>– release</a:t>
            </a:r>
            <a:r>
              <a:rPr lang="en-US" sz="1200" baseline="-25000" dirty="0"/>
              <a:t>i-1 </a:t>
            </a:r>
            <a:r>
              <a:rPr lang="en-US" sz="1200" dirty="0"/>
              <a:t>+ </a:t>
            </a:r>
            <a:r>
              <a:rPr lang="en-US" sz="1200" dirty="0" err="1"/>
              <a:t>inflow</a:t>
            </a:r>
            <a:r>
              <a:rPr lang="en-US" sz="1200" baseline="-25000" dirty="0" err="1"/>
              <a:t>i</a:t>
            </a:r>
            <a:endParaRPr lang="en-US" sz="1200" baseline="-25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D7707E-0839-9A19-3B25-E111FC436732}"/>
              </a:ext>
            </a:extLst>
          </p:cNvPr>
          <p:cNvCxnSpPr>
            <a:cxnSpLocks/>
          </p:cNvCxnSpPr>
          <p:nvPr/>
        </p:nvCxnSpPr>
        <p:spPr>
          <a:xfrm flipV="1">
            <a:off x="9966720" y="3866317"/>
            <a:ext cx="0" cy="209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32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144</Words>
  <Application>Microsoft Office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Chen</dc:creator>
  <cp:lastModifiedBy>Matthew Chen</cp:lastModifiedBy>
  <cp:revision>4</cp:revision>
  <dcterms:created xsi:type="dcterms:W3CDTF">2024-02-28T23:07:41Z</dcterms:created>
  <dcterms:modified xsi:type="dcterms:W3CDTF">2024-04-03T22:53:38Z</dcterms:modified>
</cp:coreProperties>
</file>