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99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C17F7-40DB-26CB-91DE-20C962F50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42741-7DC8-1EFB-7360-77BCC3ED6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BD089-8CA2-DC9B-B571-78A4D1791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180C-17CA-4F38-87B2-8ECCBE335562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115F4-BF48-378D-FF89-EF5A0FAC4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61EA2-3681-E62C-6762-41F6D7ADB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7A42-FD03-4597-A7D3-B6288DAC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183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9C945-A891-7589-D042-B30873BBE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9DB85-03D9-98ED-E33F-E37799FD2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43B2A-7C68-45B7-F403-8C73F2C27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180C-17CA-4F38-87B2-8ECCBE335562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818A4-3B6C-7B8E-589D-5FC18415F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5F8BA-874F-97F6-3A1C-8CA72BDEC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7A42-FD03-4597-A7D3-B6288DAC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206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1AEE5-BD49-D39C-F09B-778B16467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FFAD5-9827-72CC-8F16-689C8EA77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6F199-6223-842C-34EE-36A40D94D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180C-17CA-4F38-87B2-8ECCBE335562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DF8CC-2B3C-7F94-F867-34CB6D993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B9FD4-6D6B-A021-6012-14E9B4A30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7A42-FD03-4597-A7D3-B6288DAC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28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61853-618D-496F-AC82-C8BD33D8D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DF82C-6608-CC72-586F-419F3DF9ED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CD0C6-DDB0-7568-7F48-22B0E03A3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173DC-83E2-E3E9-55BD-60A7873D1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180C-17CA-4F38-87B2-8ECCBE335562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9837-51CB-34E5-FF7E-0EC2E4ECF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C423A-77A5-8F44-AA8C-C2D408A72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7A42-FD03-4597-A7D3-B6288DAC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830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357D1-762B-DA09-3256-BC34EA520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7A0B1C-73C5-E05D-9A23-91916C2D8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41E2-40A2-B715-974D-D8EF3EF8A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7ACF7B-361A-8EB8-899D-F0ECA0E086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623E64-6A6E-4CF1-49C8-487F5394A3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C13CC6-AA8B-1895-FF96-10A8401A0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180C-17CA-4F38-87B2-8ECCBE335562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7DF7CE-DC0A-DA4F-55A2-0C79A7A3E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ED1496-C3F2-C21F-CD8F-31442EBAB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7A42-FD03-4597-A7D3-B6288DAC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332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C1684-B544-F33A-75CF-443F0E577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5379D2-B5E0-3734-DC8D-7E37A7C87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180C-17CA-4F38-87B2-8ECCBE335562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3A2AE6-1BAD-D762-77EE-F20233EEC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BE0754-A6C9-A972-0543-B621A5CA0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7A42-FD03-4597-A7D3-B6288DAC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16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03DD00-728E-BE63-BA60-1E3DB29B0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180C-17CA-4F38-87B2-8ECCBE335562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63F3B4-6620-6DB8-24EB-9225432A1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204DD-09C1-CA01-A2CC-0A2C660F6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7A42-FD03-4597-A7D3-B6288DAC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1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11EDF-7564-9280-4F75-9573B2F1F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1BB7C-B13F-3228-ABE8-3C5B1DD86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E92749-CE2A-94FE-B9CE-0BE816CC5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64393-274C-E9ED-EA38-AE2038EA7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180C-17CA-4F38-87B2-8ECCBE335562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2D2B70-30D5-A917-6353-026EE8D50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454819-9E62-3B0D-3C49-AE824B26C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7A42-FD03-4597-A7D3-B6288DAC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124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2829E-D0A5-0248-790E-08B7C3A6A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2D39EF-42B9-890C-CFED-CF31645351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B97245-403D-5C7C-8965-6B1312F12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4241A-60AD-959F-FEFA-917582CF8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180C-17CA-4F38-87B2-8ECCBE335562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B99EEE-8C88-BCC9-A14A-D6E727CDD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0D53D-2343-D3D0-8660-7DA7BE93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7A42-FD03-4597-A7D3-B6288DAC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624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E890-38F8-5B2E-8799-41A05B568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295928-6A3D-49D9-3DCD-306FB94729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F0A90-FEE3-9ED5-DDFB-0C9F6F259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180C-17CA-4F38-87B2-8ECCBE335562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9C9D2-AA43-5F0C-A544-B8905E176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4ABDE-297F-D21A-87F8-680568720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7A42-FD03-4597-A7D3-B6288DAC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488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E967DF-BFB3-05FD-0F4D-AE1C90A7E6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9E3C09-E7D5-FD41-66DD-2AE664124E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9E162-0398-3668-F491-51EFD2243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180C-17CA-4F38-87B2-8ECCBE335562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6E395-D087-E663-8268-A36EDDD1B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11F55-E27B-4845-CE91-1822D18B2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7A42-FD03-4597-A7D3-B6288DAC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989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C330BF-11D4-D483-1231-DB331BC83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273AE-41B5-9694-A0A0-9A7102063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1AAAF-E4E8-91D8-2A91-B56BDB43BF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EB180C-17CA-4F38-87B2-8ECCBE335562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40CEB-9A73-0E63-32C4-328D506BDB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5518D-6345-53DE-9D69-5D0A6DC490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D57A42-FD03-4597-A7D3-B6288DAC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715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B8BE61A-BABF-629F-0066-BA900C55F412}"/>
              </a:ext>
            </a:extLst>
          </p:cNvPr>
          <p:cNvGrpSpPr/>
          <p:nvPr/>
        </p:nvGrpSpPr>
        <p:grpSpPr>
          <a:xfrm>
            <a:off x="954495" y="815235"/>
            <a:ext cx="10283009" cy="5227530"/>
            <a:chOff x="206535" y="228592"/>
            <a:chExt cx="12590961" cy="6400814"/>
          </a:xfrm>
        </p:grpSpPr>
        <p:pic>
          <p:nvPicPr>
            <p:cNvPr id="5" name="Picture 4" descr="A diagram of a variety of storage&#10;&#10;Description automatically generated with medium confidence">
              <a:extLst>
                <a:ext uri="{FF2B5EF4-FFF2-40B4-BE49-F238E27FC236}">
                  <a16:creationId xmlns:a16="http://schemas.microsoft.com/office/drawing/2014/main" id="{4145A27A-99FF-BEC5-8DF3-9C9D2065B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535" y="228593"/>
              <a:ext cx="6400813" cy="6400813"/>
            </a:xfrm>
            <a:prstGeom prst="rect">
              <a:avLst/>
            </a:prstGeom>
          </p:spPr>
        </p:pic>
        <p:pic>
          <p:nvPicPr>
            <p:cNvPr id="7" name="Picture 6" descr="A diagram of a variety of storage&#10;&#10;Description automatically generated with medium confidence">
              <a:extLst>
                <a:ext uri="{FF2B5EF4-FFF2-40B4-BE49-F238E27FC236}">
                  <a16:creationId xmlns:a16="http://schemas.microsoft.com/office/drawing/2014/main" id="{7FD3AC85-3D5F-9E7C-4367-929BBE1B6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96683" y="228592"/>
              <a:ext cx="6400813" cy="64008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3654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Matthew Chen</dc:creator>
  <cp:lastModifiedBy>Matthew Chen</cp:lastModifiedBy>
  <cp:revision>1</cp:revision>
  <dcterms:created xsi:type="dcterms:W3CDTF">2024-04-04T19:31:39Z</dcterms:created>
  <dcterms:modified xsi:type="dcterms:W3CDTF">2024-04-04T19:33:25Z</dcterms:modified>
</cp:coreProperties>
</file>